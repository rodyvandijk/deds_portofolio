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306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267" r:id="rId19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el" id="{D3A013C6-5F55-B142-9290-64515C9E5C8C}">
          <p14:sldIdLst>
            <p14:sldId id="256"/>
          </p14:sldIdLst>
        </p14:section>
        <p14:section name="Presentatie" id="{FA00A26E-548D-464D-A15F-40A49EFC5B77}">
          <p14:sldIdLst>
            <p14:sldId id="306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3343"/>
    <a:srgbClr val="9097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25" autoAdjust="0"/>
    <p:restoredTop sz="94660" autoAdjust="0"/>
  </p:normalViewPr>
  <p:slideViewPr>
    <p:cSldViewPr snapToGrid="0" showGuides="1">
      <p:cViewPr varScale="1">
        <p:scale>
          <a:sx n="128" d="100"/>
          <a:sy n="128" d="100"/>
        </p:scale>
        <p:origin x="960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4" d="100"/>
          <a:sy n="84" d="100"/>
        </p:scale>
        <p:origin x="282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E45A5-A29D-4E3B-B598-F32F75400083}" type="datetimeFigureOut">
              <a:rPr lang="nl-NL" smtClean="0"/>
              <a:t>09-04-2025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BF5EA7-A535-4ACE-B87A-C2984926A9ED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60839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8CFED-38D0-4B88-9B36-FF395476E392}" type="datetimeFigureOut">
              <a:rPr lang="nl-NL" smtClean="0"/>
              <a:t>09-04-2025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FACC1F-386F-4E42-8E38-7BACBF493300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09178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6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algn="l">
              <a:defRPr/>
            </a:lvl1pPr>
          </a:lstStyle>
          <a:p>
            <a:r>
              <a:rPr lang="nl-NL" dirty="0"/>
              <a:t>Klik hier en voeg de afbeelding in, klik vervolgens 'reset' of 'opnieuw instellen' in het menu</a:t>
            </a:r>
          </a:p>
        </p:txBody>
      </p:sp>
      <p:sp>
        <p:nvSpPr>
          <p:cNvPr id="9" name="Tijdelijke aanduiding voor tekst 11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6858000"/>
          </a:xfrm>
          <a:blipFill rotWithShape="1"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206620" y="4484914"/>
            <a:ext cx="5876351" cy="1120798"/>
          </a:xfrm>
        </p:spPr>
        <p:txBody>
          <a:bodyPr tIns="0" anchor="b">
            <a:noAutofit/>
          </a:bodyPr>
          <a:lstStyle>
            <a:lvl1pPr algn="l">
              <a:defRPr lang="nl-NL" sz="2800" b="1" kern="1200" cap="all" spc="-5" baseline="0" smtClean="0">
                <a:solidFill>
                  <a:schemeClr val="tx2"/>
                </a:solidFill>
                <a:latin typeface="+mj-lt"/>
                <a:ea typeface="+mn-ea"/>
                <a:cs typeface="Arial Black"/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206620" y="5654426"/>
            <a:ext cx="5876351" cy="760888"/>
          </a:xfrm>
        </p:spPr>
        <p:txBody>
          <a:bodyPr lIns="0" tIns="0" rIns="0" bIns="0"/>
          <a:lstStyle>
            <a:lvl1pPr marL="0" indent="0" algn="l">
              <a:buNone/>
              <a:defRPr lang="nl-NL" sz="1800" kern="1200" spc="-5" dirty="0" smtClean="0">
                <a:solidFill>
                  <a:srgbClr val="213343"/>
                </a:solidFill>
                <a:latin typeface="+mn-lt"/>
                <a:ea typeface="+mn-ea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8522539" y="2260840"/>
            <a:ext cx="2159000" cy="120807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nl-NL" sz="1300" kern="1200" dirty="0">
                <a:solidFill>
                  <a:srgbClr val="FFFFFF"/>
                </a:solidFill>
                <a:latin typeface="+mn-lt"/>
                <a:ea typeface="+mn-ea"/>
                <a:cs typeface="Arial"/>
              </a:defRPr>
            </a:lvl1pPr>
          </a:lstStyle>
          <a:p>
            <a:pPr lvl="0"/>
            <a:r>
              <a:rPr lang="nl-NL" dirty="0"/>
              <a:t>Naam</a:t>
            </a:r>
          </a:p>
        </p:txBody>
      </p:sp>
      <p:sp>
        <p:nvSpPr>
          <p:cNvPr id="15" name="Tijdelijke aanduiding voor tekst 13"/>
          <p:cNvSpPr>
            <a:spLocks noGrp="1"/>
          </p:cNvSpPr>
          <p:nvPr>
            <p:ph type="body" sz="quarter" idx="14" hasCustomPrompt="1"/>
          </p:nvPr>
        </p:nvSpPr>
        <p:spPr>
          <a:xfrm>
            <a:off x="8522539" y="1103085"/>
            <a:ext cx="2159000" cy="772229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lang="nl-NL" sz="1300" i="1" kern="1200" dirty="0">
                <a:solidFill>
                  <a:srgbClr val="213343"/>
                </a:solidFill>
                <a:latin typeface="+mn-lt"/>
                <a:ea typeface="+mn-ea"/>
                <a:cs typeface="Arial"/>
              </a:defRPr>
            </a:lvl1pPr>
          </a:lstStyle>
          <a:p>
            <a:pPr lvl="0"/>
            <a:r>
              <a:rPr lang="nl-NL" dirty="0"/>
              <a:t>Versie/Datum</a:t>
            </a:r>
          </a:p>
        </p:txBody>
      </p:sp>
    </p:spTree>
    <p:extLst>
      <p:ext uri="{BB962C8B-B14F-4D97-AF65-F5344CB8AC3E}">
        <p14:creationId xmlns:p14="http://schemas.microsoft.com/office/powerpoint/2010/main" val="288054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910800" y="6598800"/>
            <a:ext cx="2743200" cy="179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>
              <a:defRPr lang="nl-NL" sz="1100" i="1" smtClean="0">
                <a:solidFill>
                  <a:schemeClr val="tx2"/>
                </a:solidFill>
                <a:latin typeface="+mn-lt"/>
                <a:cs typeface="Arial"/>
              </a:defRPr>
            </a:lvl1pPr>
          </a:lstStyle>
          <a:p>
            <a:pPr marL="12700">
              <a:lnSpc>
                <a:spcPts val="1535"/>
              </a:lnSpc>
            </a:pPr>
            <a:fld id="{94BFD1B3-3E0A-4A4F-B43A-E988EBA99929}" type="datetime1">
              <a:rPr lang="en-US" smtClean="0"/>
              <a:t>4/9/25</a:t>
            </a:fld>
            <a:endParaRPr lang="en-GB" dirty="0"/>
          </a:p>
        </p:txBody>
      </p:sp>
      <p:sp>
        <p:nvSpPr>
          <p:cNvPr id="8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910800" y="6404400"/>
            <a:ext cx="4114800" cy="192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>
              <a:defRPr lang="nl-NL" sz="1100" i="1">
                <a:solidFill>
                  <a:schemeClr val="tx2"/>
                </a:solidFill>
                <a:latin typeface="+mn-lt"/>
                <a:cs typeface="Arial"/>
              </a:defRPr>
            </a:lvl1pPr>
          </a:lstStyle>
          <a:p>
            <a:pPr marL="12700">
              <a:lnSpc>
                <a:spcPts val="1535"/>
              </a:lnSpc>
            </a:pPr>
            <a:r>
              <a:rPr lang="nl-NL"/>
              <a:t>DEDS HC1-3: Kwalitatief data Verzamelen</a:t>
            </a:r>
            <a:endParaRPr lang="nl-NL" dirty="0"/>
          </a:p>
        </p:txBody>
      </p:sp>
      <p:sp>
        <p:nvSpPr>
          <p:cNvPr id="10" name="Tijdelijke aanduiding voor dianummer 15"/>
          <p:cNvSpPr>
            <a:spLocks noGrp="1"/>
          </p:cNvSpPr>
          <p:nvPr>
            <p:ph type="sldNum" sz="quarter" idx="4"/>
          </p:nvPr>
        </p:nvSpPr>
        <p:spPr>
          <a:xfrm>
            <a:off x="262800" y="6418800"/>
            <a:ext cx="574829" cy="166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r">
              <a:defRPr kumimoji="0" lang="nl-NL" sz="105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cs typeface="Arial"/>
              </a:defRPr>
            </a:lvl1pPr>
          </a:lstStyle>
          <a:p>
            <a:pPr marL="25400">
              <a:lnSpc>
                <a:spcPts val="1425"/>
              </a:lnSpc>
            </a:pPr>
            <a:fld id="{68BC35B1-DB37-4D69-B23B-4C9E9B475BB5}" type="slidenum">
              <a:rPr lang="en-GB" smtClean="0"/>
              <a:pPr marL="25400">
                <a:lnSpc>
                  <a:spcPts val="1425"/>
                </a:lnSpc>
              </a:pPr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8542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 - zonder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ct val="133000"/>
              </a:lnSpc>
              <a:buNone/>
              <a:defRPr/>
            </a:lvl1pPr>
            <a:lvl2pPr marL="261938" indent="-261938">
              <a:lnSpc>
                <a:spcPct val="133000"/>
              </a:lnSpc>
              <a:buFont typeface="Arial" panose="020B0604020202020204" pitchFamily="34" charset="0"/>
              <a:buChar char="•"/>
              <a:defRPr/>
            </a:lvl2pPr>
            <a:lvl3pPr marL="536575" indent="-274638">
              <a:lnSpc>
                <a:spcPct val="133000"/>
              </a:lnSpc>
              <a:defRPr/>
            </a:lvl3pPr>
            <a:lvl4pPr marL="812800" indent="-276225">
              <a:lnSpc>
                <a:spcPct val="133000"/>
              </a:lnSpc>
              <a:defRPr/>
            </a:lvl4pPr>
            <a:lvl5pPr marL="1160463" indent="-255588">
              <a:lnSpc>
                <a:spcPct val="133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7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910800" y="6598800"/>
            <a:ext cx="2743200" cy="179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>
              <a:defRPr lang="nl-NL" sz="1100" i="1" smtClean="0">
                <a:solidFill>
                  <a:schemeClr val="tx2"/>
                </a:solidFill>
                <a:latin typeface="+mn-lt"/>
                <a:cs typeface="Arial"/>
              </a:defRPr>
            </a:lvl1pPr>
          </a:lstStyle>
          <a:p>
            <a:pPr marL="12700">
              <a:lnSpc>
                <a:spcPts val="1535"/>
              </a:lnSpc>
            </a:pPr>
            <a:fld id="{90C7ED99-7D5C-1D4E-99B8-E09D8A88712B}" type="datetime1">
              <a:rPr lang="en-US" smtClean="0"/>
              <a:t>4/9/25</a:t>
            </a:fld>
            <a:endParaRPr lang="en-GB" dirty="0"/>
          </a:p>
        </p:txBody>
      </p:sp>
      <p:sp>
        <p:nvSpPr>
          <p:cNvPr id="9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910800" y="6404400"/>
            <a:ext cx="4114800" cy="192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>
              <a:defRPr lang="nl-NL" sz="1100" i="1">
                <a:solidFill>
                  <a:schemeClr val="tx2"/>
                </a:solidFill>
                <a:latin typeface="+mn-lt"/>
                <a:cs typeface="Arial"/>
              </a:defRPr>
            </a:lvl1pPr>
          </a:lstStyle>
          <a:p>
            <a:pPr marL="12700">
              <a:lnSpc>
                <a:spcPts val="1535"/>
              </a:lnSpc>
            </a:pPr>
            <a:r>
              <a:rPr lang="nl-NL"/>
              <a:t>DEDS HC1-3: Kwalitatief data Verzamelen</a:t>
            </a:r>
            <a:endParaRPr lang="nl-NL" dirty="0"/>
          </a:p>
        </p:txBody>
      </p:sp>
      <p:sp>
        <p:nvSpPr>
          <p:cNvPr id="10" name="Tijdelijke aanduiding voor dianummer 15"/>
          <p:cNvSpPr>
            <a:spLocks noGrp="1"/>
          </p:cNvSpPr>
          <p:nvPr>
            <p:ph type="sldNum" sz="quarter" idx="4"/>
          </p:nvPr>
        </p:nvSpPr>
        <p:spPr>
          <a:xfrm>
            <a:off x="262800" y="6418800"/>
            <a:ext cx="574829" cy="166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r">
              <a:defRPr kumimoji="0" lang="nl-NL" sz="105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cs typeface="Arial"/>
              </a:defRPr>
            </a:lvl1pPr>
          </a:lstStyle>
          <a:p>
            <a:pPr marL="25400">
              <a:lnSpc>
                <a:spcPts val="1425"/>
              </a:lnSpc>
            </a:pPr>
            <a:fld id="{68BC35B1-DB37-4D69-B23B-4C9E9B475BB5}" type="slidenum">
              <a:rPr lang="en-GB" smtClean="0"/>
              <a:pPr marL="25400">
                <a:lnSpc>
                  <a:spcPts val="1425"/>
                </a:lnSpc>
              </a:pPr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0585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425940" y="1217403"/>
            <a:ext cx="7114540" cy="42883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object 2"/>
          <p:cNvSpPr/>
          <p:nvPr userDrawn="1"/>
        </p:nvSpPr>
        <p:spPr>
          <a:xfrm>
            <a:off x="0" y="474186"/>
            <a:ext cx="1219835" cy="1701800"/>
          </a:xfrm>
          <a:custGeom>
            <a:avLst/>
            <a:gdLst/>
            <a:ahLst/>
            <a:cxnLst/>
            <a:rect l="l" t="t" r="r" b="b"/>
            <a:pathLst>
              <a:path w="1219835" h="1701800">
                <a:moveTo>
                  <a:pt x="0" y="0"/>
                </a:moveTo>
                <a:lnTo>
                  <a:pt x="0" y="1701469"/>
                </a:lnTo>
                <a:lnTo>
                  <a:pt x="975601" y="1558010"/>
                </a:lnTo>
                <a:lnTo>
                  <a:pt x="1219314" y="13548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910800" y="6598800"/>
            <a:ext cx="2743200" cy="179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>
              <a:defRPr lang="nl-NL" sz="1100" i="1" smtClean="0">
                <a:solidFill>
                  <a:schemeClr val="tx2"/>
                </a:solidFill>
                <a:latin typeface="+mn-lt"/>
                <a:cs typeface="Arial"/>
              </a:defRPr>
            </a:lvl1pPr>
          </a:lstStyle>
          <a:p>
            <a:pPr marL="12700">
              <a:lnSpc>
                <a:spcPts val="1535"/>
              </a:lnSpc>
            </a:pPr>
            <a:fld id="{CCFFE4FC-8472-344D-BB52-B0930576020D}" type="datetime1">
              <a:rPr lang="en-US" smtClean="0"/>
              <a:t>4/9/25</a:t>
            </a:fld>
            <a:endParaRPr lang="en-GB" dirty="0"/>
          </a:p>
        </p:txBody>
      </p:sp>
      <p:sp>
        <p:nvSpPr>
          <p:cNvPr id="11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910800" y="6404400"/>
            <a:ext cx="4114800" cy="192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>
              <a:defRPr lang="nl-NL" sz="1100" i="1">
                <a:solidFill>
                  <a:schemeClr val="tx2"/>
                </a:solidFill>
                <a:latin typeface="+mn-lt"/>
                <a:cs typeface="Arial"/>
              </a:defRPr>
            </a:lvl1pPr>
          </a:lstStyle>
          <a:p>
            <a:pPr marL="12700">
              <a:lnSpc>
                <a:spcPts val="1535"/>
              </a:lnSpc>
            </a:pPr>
            <a:r>
              <a:rPr lang="nl-NL"/>
              <a:t>DEDS HC1-3: Kwalitatief data Verzamelen</a:t>
            </a:r>
            <a:endParaRPr lang="nl-NL" dirty="0"/>
          </a:p>
        </p:txBody>
      </p:sp>
      <p:sp>
        <p:nvSpPr>
          <p:cNvPr id="12" name="Tijdelijke aanduiding voor dianummer 15"/>
          <p:cNvSpPr>
            <a:spLocks noGrp="1"/>
          </p:cNvSpPr>
          <p:nvPr>
            <p:ph type="sldNum" sz="quarter" idx="4"/>
          </p:nvPr>
        </p:nvSpPr>
        <p:spPr>
          <a:xfrm>
            <a:off x="262800" y="6418800"/>
            <a:ext cx="574829" cy="166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r">
              <a:defRPr kumimoji="0" lang="nl-NL" sz="105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cs typeface="Arial"/>
              </a:defRPr>
            </a:lvl1pPr>
          </a:lstStyle>
          <a:p>
            <a:pPr marL="25400">
              <a:lnSpc>
                <a:spcPts val="1425"/>
              </a:lnSpc>
            </a:pPr>
            <a:fld id="{68BC35B1-DB37-4D69-B23B-4C9E9B475BB5}" type="slidenum">
              <a:rPr lang="en-GB" smtClean="0"/>
              <a:pPr marL="25400">
                <a:lnSpc>
                  <a:spcPts val="1425"/>
                </a:lnSpc>
              </a:pPr>
              <a:t>‹nr.›</a:t>
            </a:fld>
            <a:endParaRPr lang="en-GB" dirty="0"/>
          </a:p>
        </p:txBody>
      </p:sp>
      <p:pic>
        <p:nvPicPr>
          <p:cNvPr id="13" name="Afbeelding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800" y="5904000"/>
            <a:ext cx="2880000" cy="85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530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el en object - zonder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425940" y="1217403"/>
            <a:ext cx="7114540" cy="42883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ct val="133000"/>
              </a:lnSpc>
              <a:buNone/>
              <a:defRPr/>
            </a:lvl1pPr>
            <a:lvl2pPr marL="261938" indent="-261938">
              <a:lnSpc>
                <a:spcPct val="133000"/>
              </a:lnSpc>
              <a:buFont typeface="Arial" panose="020B0604020202020204" pitchFamily="34" charset="0"/>
              <a:buChar char="•"/>
              <a:defRPr/>
            </a:lvl2pPr>
            <a:lvl3pPr marL="536575" indent="-274638">
              <a:lnSpc>
                <a:spcPct val="133000"/>
              </a:lnSpc>
              <a:defRPr/>
            </a:lvl3pPr>
            <a:lvl4pPr marL="812800" indent="-276225">
              <a:lnSpc>
                <a:spcPct val="133000"/>
              </a:lnSpc>
              <a:defRPr/>
            </a:lvl4pPr>
            <a:lvl5pPr marL="1160463" indent="-255588">
              <a:lnSpc>
                <a:spcPct val="133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7" name="object 2"/>
          <p:cNvSpPr/>
          <p:nvPr userDrawn="1"/>
        </p:nvSpPr>
        <p:spPr>
          <a:xfrm>
            <a:off x="0" y="474186"/>
            <a:ext cx="1219835" cy="1701800"/>
          </a:xfrm>
          <a:custGeom>
            <a:avLst/>
            <a:gdLst/>
            <a:ahLst/>
            <a:cxnLst/>
            <a:rect l="l" t="t" r="r" b="b"/>
            <a:pathLst>
              <a:path w="1219835" h="1701800">
                <a:moveTo>
                  <a:pt x="0" y="0"/>
                </a:moveTo>
                <a:lnTo>
                  <a:pt x="0" y="1701469"/>
                </a:lnTo>
                <a:lnTo>
                  <a:pt x="975601" y="1558010"/>
                </a:lnTo>
                <a:lnTo>
                  <a:pt x="1219314" y="13548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910800" y="6598800"/>
            <a:ext cx="2743200" cy="179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>
              <a:defRPr lang="nl-NL" sz="1100" i="1" smtClean="0">
                <a:solidFill>
                  <a:schemeClr val="tx2"/>
                </a:solidFill>
                <a:latin typeface="+mn-lt"/>
                <a:cs typeface="Arial"/>
              </a:defRPr>
            </a:lvl1pPr>
          </a:lstStyle>
          <a:p>
            <a:pPr marL="12700">
              <a:lnSpc>
                <a:spcPts val="1535"/>
              </a:lnSpc>
            </a:pPr>
            <a:fld id="{5ADE89C3-48EA-FF46-BC90-2F7F2A2D0414}" type="datetime1">
              <a:rPr lang="en-US" smtClean="0"/>
              <a:t>4/9/25</a:t>
            </a:fld>
            <a:endParaRPr lang="en-GB" dirty="0"/>
          </a:p>
        </p:txBody>
      </p:sp>
      <p:sp>
        <p:nvSpPr>
          <p:cNvPr id="11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910800" y="6404400"/>
            <a:ext cx="4114800" cy="192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>
              <a:defRPr lang="nl-NL" sz="1100" i="1">
                <a:solidFill>
                  <a:schemeClr val="tx2"/>
                </a:solidFill>
                <a:latin typeface="+mn-lt"/>
                <a:cs typeface="Arial"/>
              </a:defRPr>
            </a:lvl1pPr>
          </a:lstStyle>
          <a:p>
            <a:pPr marL="12700">
              <a:lnSpc>
                <a:spcPts val="1535"/>
              </a:lnSpc>
            </a:pPr>
            <a:r>
              <a:rPr lang="nl-NL"/>
              <a:t>DEDS HC1-3: Kwalitatief data Verzamelen</a:t>
            </a:r>
            <a:endParaRPr lang="nl-NL" dirty="0"/>
          </a:p>
        </p:txBody>
      </p:sp>
      <p:sp>
        <p:nvSpPr>
          <p:cNvPr id="12" name="Tijdelijke aanduiding voor dianummer 15"/>
          <p:cNvSpPr>
            <a:spLocks noGrp="1"/>
          </p:cNvSpPr>
          <p:nvPr>
            <p:ph type="sldNum" sz="quarter" idx="4"/>
          </p:nvPr>
        </p:nvSpPr>
        <p:spPr>
          <a:xfrm>
            <a:off x="262800" y="6418800"/>
            <a:ext cx="574829" cy="166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r">
              <a:defRPr kumimoji="0" lang="nl-NL" sz="105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cs typeface="Arial"/>
              </a:defRPr>
            </a:lvl1pPr>
          </a:lstStyle>
          <a:p>
            <a:pPr marL="25400">
              <a:lnSpc>
                <a:spcPts val="1425"/>
              </a:lnSpc>
            </a:pPr>
            <a:fld id="{68BC35B1-DB37-4D69-B23B-4C9E9B475BB5}" type="slidenum">
              <a:rPr lang="en-GB" smtClean="0"/>
              <a:pPr marL="25400">
                <a:lnSpc>
                  <a:spcPts val="1425"/>
                </a:lnSpc>
              </a:pPr>
              <a:t>‹nr.›</a:t>
            </a:fld>
            <a:endParaRPr lang="en-GB" dirty="0"/>
          </a:p>
        </p:txBody>
      </p:sp>
      <p:pic>
        <p:nvPicPr>
          <p:cNvPr id="13" name="Afbeelding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800" y="5904000"/>
            <a:ext cx="2880000" cy="85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903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 links - teks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jdelijke aanduiding voor afbeelding 20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096596" cy="5080494"/>
          </a:xfrm>
          <a:custGeom>
            <a:avLst/>
            <a:gdLst>
              <a:gd name="connsiteX0" fmla="*/ 0 w 6096596"/>
              <a:gd name="connsiteY0" fmla="*/ 0 h 5080494"/>
              <a:gd name="connsiteX1" fmla="*/ 6096596 w 6096596"/>
              <a:gd name="connsiteY1" fmla="*/ 0 h 5080494"/>
              <a:gd name="connsiteX2" fmla="*/ 5908637 w 6096596"/>
              <a:gd name="connsiteY2" fmla="*/ 4479966 h 5080494"/>
              <a:gd name="connsiteX3" fmla="*/ 10 w 6096596"/>
              <a:gd name="connsiteY3" fmla="*/ 5080494 h 5080494"/>
              <a:gd name="connsiteX4" fmla="*/ 0 w 6096596"/>
              <a:gd name="connsiteY4" fmla="*/ 5080494 h 5080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596" h="5080494">
                <a:moveTo>
                  <a:pt x="0" y="0"/>
                </a:moveTo>
                <a:lnTo>
                  <a:pt x="6096596" y="0"/>
                </a:lnTo>
                <a:lnTo>
                  <a:pt x="5908637" y="4479966"/>
                </a:lnTo>
                <a:lnTo>
                  <a:pt x="10" y="5080494"/>
                </a:lnTo>
                <a:lnTo>
                  <a:pt x="0" y="508049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693558" y="709001"/>
            <a:ext cx="4091304" cy="705834"/>
          </a:xfrm>
        </p:spPr>
        <p:txBody>
          <a:bodyPr/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693558" y="1848779"/>
            <a:ext cx="4091304" cy="4207374"/>
          </a:xfrm>
        </p:spPr>
        <p:txBody>
          <a:bodyPr/>
          <a:lstStyle>
            <a:lvl1pPr marL="0" indent="0">
              <a:lnSpc>
                <a:spcPct val="133000"/>
              </a:lnSpc>
              <a:buNone/>
              <a:defRPr lang="nl-NL" sz="2000" kern="1200" spc="-5" dirty="0" smtClean="0">
                <a:solidFill>
                  <a:srgbClr val="213343"/>
                </a:solidFill>
                <a:latin typeface="Arial"/>
                <a:ea typeface="+mn-ea"/>
                <a:cs typeface="Arial"/>
              </a:defRPr>
            </a:lvl1pPr>
            <a:lvl2pPr marL="261938" indent="-261938">
              <a:lnSpc>
                <a:spcPct val="133000"/>
              </a:lnSpc>
              <a:buFont typeface="Arial" panose="020B0604020202020204" pitchFamily="34" charset="0"/>
              <a:buChar char="•"/>
              <a:defRPr lang="nl-NL" sz="2000" kern="1200" spc="-5" dirty="0" smtClean="0">
                <a:solidFill>
                  <a:srgbClr val="213343"/>
                </a:solidFill>
                <a:latin typeface="Arial"/>
                <a:ea typeface="+mn-ea"/>
                <a:cs typeface="Arial"/>
              </a:defRPr>
            </a:lvl2pPr>
            <a:lvl3pPr marL="536575" indent="-274638">
              <a:lnSpc>
                <a:spcPct val="133000"/>
              </a:lnSpc>
              <a:defRPr lang="nl-NL" sz="2000" kern="1200" spc="-5" dirty="0" smtClean="0">
                <a:solidFill>
                  <a:srgbClr val="213343"/>
                </a:solidFill>
                <a:latin typeface="Arial"/>
                <a:ea typeface="+mn-ea"/>
                <a:cs typeface="Arial"/>
              </a:defRPr>
            </a:lvl3pPr>
            <a:lvl4pPr marL="812800" indent="-276225">
              <a:lnSpc>
                <a:spcPct val="133000"/>
              </a:lnSpc>
              <a:defRPr lang="nl-NL" sz="2000" kern="1200" spc="-5" dirty="0" smtClean="0">
                <a:solidFill>
                  <a:srgbClr val="213343"/>
                </a:solidFill>
                <a:latin typeface="Arial"/>
                <a:ea typeface="+mn-ea"/>
                <a:cs typeface="Arial"/>
              </a:defRPr>
            </a:lvl4pPr>
            <a:lvl5pPr marL="1160463" indent="-255588">
              <a:lnSpc>
                <a:spcPct val="133000"/>
              </a:lnSpc>
              <a:defRPr lang="nl-NL" sz="2000" kern="1200" spc="-5" dirty="0">
                <a:solidFill>
                  <a:srgbClr val="213343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8" name="object 3"/>
          <p:cNvSpPr/>
          <p:nvPr userDrawn="1"/>
        </p:nvSpPr>
        <p:spPr>
          <a:xfrm>
            <a:off x="0" y="4674059"/>
            <a:ext cx="6299835" cy="2184400"/>
          </a:xfrm>
          <a:custGeom>
            <a:avLst/>
            <a:gdLst/>
            <a:ahLst/>
            <a:cxnLst/>
            <a:rect l="l" t="t" r="r" b="b"/>
            <a:pathLst>
              <a:path w="6299835" h="2184400">
                <a:moveTo>
                  <a:pt x="5893371" y="0"/>
                </a:moveTo>
                <a:lnTo>
                  <a:pt x="0" y="609663"/>
                </a:lnTo>
                <a:lnTo>
                  <a:pt x="0" y="2183942"/>
                </a:lnTo>
                <a:lnTo>
                  <a:pt x="6299809" y="2183942"/>
                </a:lnTo>
                <a:lnTo>
                  <a:pt x="5893371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3" name="Afbeelding 12" descr="HHS_NL_groen_HEX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800" y="5904000"/>
            <a:ext cx="2880000" cy="85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497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fbeelding links - teks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jdelijke aanduiding voor afbeelding 15"/>
          <p:cNvSpPr>
            <a:spLocks noGrp="1"/>
          </p:cNvSpPr>
          <p:nvPr>
            <p:ph type="pic" sz="quarter" idx="12"/>
          </p:nvPr>
        </p:nvSpPr>
        <p:spPr>
          <a:xfrm>
            <a:off x="-7620" y="0"/>
            <a:ext cx="5913120" cy="6858000"/>
          </a:xfrm>
          <a:custGeom>
            <a:avLst/>
            <a:gdLst>
              <a:gd name="connsiteX0" fmla="*/ 0 w 5905500"/>
              <a:gd name="connsiteY0" fmla="*/ 4133849 h 6858000"/>
              <a:gd name="connsiteX1" fmla="*/ 5886450 w 5905500"/>
              <a:gd name="connsiteY1" fmla="*/ 4743449 h 6858000"/>
              <a:gd name="connsiteX2" fmla="*/ 5705475 w 5905500"/>
              <a:gd name="connsiteY2" fmla="*/ 6848474 h 6858000"/>
              <a:gd name="connsiteX3" fmla="*/ 5705474 w 5905500"/>
              <a:gd name="connsiteY3" fmla="*/ 6848474 h 6858000"/>
              <a:gd name="connsiteX4" fmla="*/ 5705474 w 5905500"/>
              <a:gd name="connsiteY4" fmla="*/ 6858000 h 6858000"/>
              <a:gd name="connsiteX5" fmla="*/ 0 w 5905500"/>
              <a:gd name="connsiteY5" fmla="*/ 6858000 h 6858000"/>
              <a:gd name="connsiteX6" fmla="*/ 0 w 5905500"/>
              <a:gd name="connsiteY6" fmla="*/ 6315074 h 6858000"/>
              <a:gd name="connsiteX7" fmla="*/ 0 w 5905500"/>
              <a:gd name="connsiteY7" fmla="*/ 0 h 6858000"/>
              <a:gd name="connsiteX8" fmla="*/ 5410200 w 5905500"/>
              <a:gd name="connsiteY8" fmla="*/ 0 h 6858000"/>
              <a:gd name="connsiteX9" fmla="*/ 5410200 w 5905500"/>
              <a:gd name="connsiteY9" fmla="*/ 3174 h 6858000"/>
              <a:gd name="connsiteX10" fmla="*/ 5419725 w 5905500"/>
              <a:gd name="connsiteY10" fmla="*/ 3179 h 6858000"/>
              <a:gd name="connsiteX11" fmla="*/ 5905500 w 5905500"/>
              <a:gd name="connsiteY11" fmla="*/ 4474988 h 6858000"/>
              <a:gd name="connsiteX12" fmla="*/ 0 w 5905500"/>
              <a:gd name="connsiteY12" fmla="*/ 3802483 h 6858000"/>
              <a:gd name="connsiteX13" fmla="*/ 0 w 5905500"/>
              <a:gd name="connsiteY13" fmla="*/ 542925 h 6858000"/>
              <a:gd name="connsiteX0" fmla="*/ 7620 w 5913120"/>
              <a:gd name="connsiteY0" fmla="*/ 4133849 h 6858000"/>
              <a:gd name="connsiteX1" fmla="*/ 5894070 w 5913120"/>
              <a:gd name="connsiteY1" fmla="*/ 4743449 h 6858000"/>
              <a:gd name="connsiteX2" fmla="*/ 5713095 w 5913120"/>
              <a:gd name="connsiteY2" fmla="*/ 6848474 h 6858000"/>
              <a:gd name="connsiteX3" fmla="*/ 5713094 w 5913120"/>
              <a:gd name="connsiteY3" fmla="*/ 6848474 h 6858000"/>
              <a:gd name="connsiteX4" fmla="*/ 5713094 w 5913120"/>
              <a:gd name="connsiteY4" fmla="*/ 6858000 h 6858000"/>
              <a:gd name="connsiteX5" fmla="*/ 7620 w 5913120"/>
              <a:gd name="connsiteY5" fmla="*/ 6858000 h 6858000"/>
              <a:gd name="connsiteX6" fmla="*/ 7620 w 5913120"/>
              <a:gd name="connsiteY6" fmla="*/ 6315074 h 6858000"/>
              <a:gd name="connsiteX7" fmla="*/ 7620 w 5913120"/>
              <a:gd name="connsiteY7" fmla="*/ 4133849 h 6858000"/>
              <a:gd name="connsiteX8" fmla="*/ 7620 w 5913120"/>
              <a:gd name="connsiteY8" fmla="*/ 0 h 6858000"/>
              <a:gd name="connsiteX9" fmla="*/ 5417820 w 5913120"/>
              <a:gd name="connsiteY9" fmla="*/ 0 h 6858000"/>
              <a:gd name="connsiteX10" fmla="*/ 5417820 w 5913120"/>
              <a:gd name="connsiteY10" fmla="*/ 3174 h 6858000"/>
              <a:gd name="connsiteX11" fmla="*/ 5427345 w 5913120"/>
              <a:gd name="connsiteY11" fmla="*/ 3179 h 6858000"/>
              <a:gd name="connsiteX12" fmla="*/ 5913120 w 5913120"/>
              <a:gd name="connsiteY12" fmla="*/ 4474988 h 6858000"/>
              <a:gd name="connsiteX13" fmla="*/ 0 w 5913120"/>
              <a:gd name="connsiteY13" fmla="*/ 3832963 h 6858000"/>
              <a:gd name="connsiteX14" fmla="*/ 7620 w 5913120"/>
              <a:gd name="connsiteY14" fmla="*/ 542925 h 6858000"/>
              <a:gd name="connsiteX15" fmla="*/ 7620 w 5913120"/>
              <a:gd name="connsiteY15" fmla="*/ 0 h 6858000"/>
              <a:gd name="connsiteX0" fmla="*/ 7620 w 5913120"/>
              <a:gd name="connsiteY0" fmla="*/ 4133849 h 6858000"/>
              <a:gd name="connsiteX1" fmla="*/ 5894070 w 5913120"/>
              <a:gd name="connsiteY1" fmla="*/ 4743449 h 6858000"/>
              <a:gd name="connsiteX2" fmla="*/ 5713095 w 5913120"/>
              <a:gd name="connsiteY2" fmla="*/ 6848474 h 6858000"/>
              <a:gd name="connsiteX3" fmla="*/ 5713094 w 5913120"/>
              <a:gd name="connsiteY3" fmla="*/ 6848474 h 6858000"/>
              <a:gd name="connsiteX4" fmla="*/ 5713094 w 5913120"/>
              <a:gd name="connsiteY4" fmla="*/ 6858000 h 6858000"/>
              <a:gd name="connsiteX5" fmla="*/ 7620 w 5913120"/>
              <a:gd name="connsiteY5" fmla="*/ 6858000 h 6858000"/>
              <a:gd name="connsiteX6" fmla="*/ 7620 w 5913120"/>
              <a:gd name="connsiteY6" fmla="*/ 6315074 h 6858000"/>
              <a:gd name="connsiteX7" fmla="*/ 7620 w 5913120"/>
              <a:gd name="connsiteY7" fmla="*/ 4133849 h 6858000"/>
              <a:gd name="connsiteX8" fmla="*/ 7620 w 5913120"/>
              <a:gd name="connsiteY8" fmla="*/ 0 h 6858000"/>
              <a:gd name="connsiteX9" fmla="*/ 5417820 w 5913120"/>
              <a:gd name="connsiteY9" fmla="*/ 0 h 6858000"/>
              <a:gd name="connsiteX10" fmla="*/ 5417820 w 5913120"/>
              <a:gd name="connsiteY10" fmla="*/ 3174 h 6858000"/>
              <a:gd name="connsiteX11" fmla="*/ 5427345 w 5913120"/>
              <a:gd name="connsiteY11" fmla="*/ 3179 h 6858000"/>
              <a:gd name="connsiteX12" fmla="*/ 5913120 w 5913120"/>
              <a:gd name="connsiteY12" fmla="*/ 4474988 h 6858000"/>
              <a:gd name="connsiteX13" fmla="*/ 0 w 5913120"/>
              <a:gd name="connsiteY13" fmla="*/ 3863443 h 6858000"/>
              <a:gd name="connsiteX14" fmla="*/ 7620 w 5913120"/>
              <a:gd name="connsiteY14" fmla="*/ 542925 h 6858000"/>
              <a:gd name="connsiteX15" fmla="*/ 7620 w 5913120"/>
              <a:gd name="connsiteY1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913120" h="6858000">
                <a:moveTo>
                  <a:pt x="7620" y="4133849"/>
                </a:moveTo>
                <a:lnTo>
                  <a:pt x="5894070" y="4743449"/>
                </a:lnTo>
                <a:lnTo>
                  <a:pt x="5713095" y="6848474"/>
                </a:lnTo>
                <a:lnTo>
                  <a:pt x="5713094" y="6848474"/>
                </a:lnTo>
                <a:lnTo>
                  <a:pt x="5713094" y="6858000"/>
                </a:lnTo>
                <a:lnTo>
                  <a:pt x="7620" y="6858000"/>
                </a:lnTo>
                <a:lnTo>
                  <a:pt x="7620" y="6315074"/>
                </a:lnTo>
                <a:lnTo>
                  <a:pt x="7620" y="4133849"/>
                </a:lnTo>
                <a:close/>
                <a:moveTo>
                  <a:pt x="7620" y="0"/>
                </a:moveTo>
                <a:lnTo>
                  <a:pt x="5417820" y="0"/>
                </a:lnTo>
                <a:lnTo>
                  <a:pt x="5417820" y="3174"/>
                </a:lnTo>
                <a:lnTo>
                  <a:pt x="5427345" y="3179"/>
                </a:lnTo>
                <a:lnTo>
                  <a:pt x="5913120" y="4474988"/>
                </a:lnTo>
                <a:lnTo>
                  <a:pt x="0" y="3863443"/>
                </a:lnTo>
                <a:lnTo>
                  <a:pt x="7620" y="542925"/>
                </a:lnTo>
                <a:lnTo>
                  <a:pt x="762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 userDrawn="1">
            <p:ph type="title"/>
          </p:nvPr>
        </p:nvSpPr>
        <p:spPr>
          <a:xfrm>
            <a:off x="6693558" y="709001"/>
            <a:ext cx="4091304" cy="705834"/>
          </a:xfrm>
        </p:spPr>
        <p:txBody>
          <a:bodyPr/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 userDrawn="1">
            <p:ph idx="1"/>
          </p:nvPr>
        </p:nvSpPr>
        <p:spPr>
          <a:xfrm>
            <a:off x="6693558" y="1848779"/>
            <a:ext cx="4091304" cy="4207374"/>
          </a:xfrm>
        </p:spPr>
        <p:txBody>
          <a:bodyPr/>
          <a:lstStyle>
            <a:lvl1pPr marL="0" indent="0">
              <a:lnSpc>
                <a:spcPct val="133000"/>
              </a:lnSpc>
              <a:buNone/>
              <a:defRPr lang="nl-NL" sz="2000" kern="1200" spc="-5" dirty="0" smtClean="0">
                <a:solidFill>
                  <a:srgbClr val="213343"/>
                </a:solidFill>
                <a:latin typeface="Arial"/>
                <a:ea typeface="+mn-ea"/>
                <a:cs typeface="Arial"/>
              </a:defRPr>
            </a:lvl1pPr>
            <a:lvl2pPr marL="261938" indent="-261938">
              <a:lnSpc>
                <a:spcPct val="133000"/>
              </a:lnSpc>
              <a:buFont typeface="Arial" panose="020B0604020202020204" pitchFamily="34" charset="0"/>
              <a:buChar char="•"/>
              <a:defRPr lang="nl-NL" sz="2000" kern="1200" spc="-5" dirty="0" smtClean="0">
                <a:solidFill>
                  <a:srgbClr val="213343"/>
                </a:solidFill>
                <a:latin typeface="Arial"/>
                <a:ea typeface="+mn-ea"/>
                <a:cs typeface="Arial"/>
              </a:defRPr>
            </a:lvl2pPr>
            <a:lvl3pPr marL="536575" indent="-274638">
              <a:lnSpc>
                <a:spcPct val="133000"/>
              </a:lnSpc>
              <a:defRPr lang="nl-NL" sz="2000" kern="1200" spc="-5" dirty="0" smtClean="0">
                <a:solidFill>
                  <a:srgbClr val="213343"/>
                </a:solidFill>
                <a:latin typeface="Arial"/>
                <a:ea typeface="+mn-ea"/>
                <a:cs typeface="Arial"/>
              </a:defRPr>
            </a:lvl3pPr>
            <a:lvl4pPr marL="812800" indent="-276225">
              <a:lnSpc>
                <a:spcPct val="133000"/>
              </a:lnSpc>
              <a:defRPr lang="nl-NL" sz="2000" kern="1200" spc="-5" dirty="0" smtClean="0">
                <a:solidFill>
                  <a:srgbClr val="213343"/>
                </a:solidFill>
                <a:latin typeface="Arial"/>
                <a:ea typeface="+mn-ea"/>
                <a:cs typeface="Arial"/>
              </a:defRPr>
            </a:lvl4pPr>
            <a:lvl5pPr marL="1160463" indent="-255588">
              <a:lnSpc>
                <a:spcPct val="133000"/>
              </a:lnSpc>
              <a:defRPr lang="nl-NL" sz="2000" kern="1200" spc="-5" dirty="0">
                <a:solidFill>
                  <a:srgbClr val="213343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pic>
        <p:nvPicPr>
          <p:cNvPr id="12" name="Afbeelding 11" descr="HHS_NL_groen_HEX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800" y="5904000"/>
            <a:ext cx="2880000" cy="85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104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ep 8">
            <a:extLst>
              <a:ext uri="{FF2B5EF4-FFF2-40B4-BE49-F238E27FC236}">
                <a16:creationId xmlns:a16="http://schemas.microsoft.com/office/drawing/2014/main" id="{4AEF7F14-3D57-4BF3-81AE-57E8C91DCA07}"/>
              </a:ext>
            </a:extLst>
          </p:cNvPr>
          <p:cNvGrpSpPr/>
          <p:nvPr userDrawn="1"/>
        </p:nvGrpSpPr>
        <p:grpSpPr>
          <a:xfrm>
            <a:off x="1219320" y="406440"/>
            <a:ext cx="9754870" cy="5487515"/>
            <a:chOff x="1219320" y="406440"/>
            <a:chExt cx="9754870" cy="5487515"/>
          </a:xfrm>
        </p:grpSpPr>
        <p:grpSp>
          <p:nvGrpSpPr>
            <p:cNvPr id="22" name="Groep 21"/>
            <p:cNvGrpSpPr/>
            <p:nvPr userDrawn="1"/>
          </p:nvGrpSpPr>
          <p:grpSpPr>
            <a:xfrm>
              <a:off x="1219320" y="406440"/>
              <a:ext cx="9754870" cy="5487515"/>
              <a:chOff x="1219320" y="406440"/>
              <a:chExt cx="9754870" cy="5487515"/>
            </a:xfrm>
          </p:grpSpPr>
          <p:sp>
            <p:nvSpPr>
              <p:cNvPr id="11" name="object 2"/>
              <p:cNvSpPr/>
              <p:nvPr userDrawn="1"/>
            </p:nvSpPr>
            <p:spPr>
              <a:xfrm>
                <a:off x="1219320" y="406440"/>
                <a:ext cx="9754870" cy="5283835"/>
              </a:xfrm>
              <a:custGeom>
                <a:avLst/>
                <a:gdLst/>
                <a:ahLst/>
                <a:cxnLst/>
                <a:rect l="l" t="t" r="r" b="b"/>
                <a:pathLst>
                  <a:path w="9754870" h="5283835">
                    <a:moveTo>
                      <a:pt x="0" y="0"/>
                    </a:moveTo>
                    <a:lnTo>
                      <a:pt x="609663" y="5283720"/>
                    </a:lnTo>
                    <a:lnTo>
                      <a:pt x="9144901" y="5080495"/>
                    </a:lnTo>
                    <a:lnTo>
                      <a:pt x="9754565" y="2032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1" name="object 3"/>
              <p:cNvSpPr/>
              <p:nvPr userDrawn="1"/>
            </p:nvSpPr>
            <p:spPr>
              <a:xfrm>
                <a:off x="5486939" y="5283720"/>
                <a:ext cx="813435" cy="610235"/>
              </a:xfrm>
              <a:custGeom>
                <a:avLst/>
                <a:gdLst/>
                <a:ahLst/>
                <a:cxnLst/>
                <a:rect l="l" t="t" r="r" b="b"/>
                <a:pathLst>
                  <a:path w="813435" h="610235">
                    <a:moveTo>
                      <a:pt x="812876" y="0"/>
                    </a:moveTo>
                    <a:lnTo>
                      <a:pt x="0" y="0"/>
                    </a:lnTo>
                    <a:lnTo>
                      <a:pt x="412788" y="609650"/>
                    </a:lnTo>
                    <a:lnTo>
                      <a:pt x="812876" y="0"/>
                    </a:lnTo>
                    <a:close/>
                  </a:path>
                </a:pathLst>
              </a:custGeom>
              <a:solidFill>
                <a:srgbClr val="9EA700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pic>
          <p:nvPicPr>
            <p:cNvPr id="4" name="Afbeelding 3">
              <a:extLst>
                <a:ext uri="{FF2B5EF4-FFF2-40B4-BE49-F238E27FC236}">
                  <a16:creationId xmlns:a16="http://schemas.microsoft.com/office/drawing/2014/main" id="{916A5A41-70D1-4E19-AA8F-358D4AA1927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29424" t="18614" r="34878" b="57624"/>
            <a:stretch/>
          </p:blipFill>
          <p:spPr>
            <a:xfrm>
              <a:off x="1476375" y="514350"/>
              <a:ext cx="975003" cy="762000"/>
            </a:xfrm>
            <a:prstGeom prst="rect">
              <a:avLst/>
            </a:prstGeom>
          </p:spPr>
        </p:pic>
        <p:pic>
          <p:nvPicPr>
            <p:cNvPr id="5" name="Afbeelding 4">
              <a:extLst>
                <a:ext uri="{FF2B5EF4-FFF2-40B4-BE49-F238E27FC236}">
                  <a16:creationId xmlns:a16="http://schemas.microsoft.com/office/drawing/2014/main" id="{578FE056-EDDC-4031-859F-DBF99481F9B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35801" t="59806" r="32463" b="20796"/>
            <a:stretch/>
          </p:blipFill>
          <p:spPr>
            <a:xfrm>
              <a:off x="9344025" y="4686300"/>
              <a:ext cx="866775" cy="622062"/>
            </a:xfrm>
            <a:prstGeom prst="rect">
              <a:avLst/>
            </a:prstGeom>
          </p:spPr>
        </p:pic>
      </p:grpSp>
      <p:sp>
        <p:nvSpPr>
          <p:cNvPr id="15" name="Tijdelijke aanduiding voor tekst 14"/>
          <p:cNvSpPr>
            <a:spLocks noGrp="1"/>
          </p:cNvSpPr>
          <p:nvPr>
            <p:ph type="body" sz="quarter" idx="13"/>
          </p:nvPr>
        </p:nvSpPr>
        <p:spPr>
          <a:xfrm>
            <a:off x="2451378" y="2616188"/>
            <a:ext cx="7239000" cy="864339"/>
          </a:xfrm>
        </p:spPr>
        <p:txBody>
          <a:bodyPr vert="horz" wrap="square" lIns="0" tIns="43180" rIns="0" bIns="0" rtlCol="0" anchor="ctr">
            <a:spAutoFit/>
          </a:bodyPr>
          <a:lstStyle>
            <a:lvl1pPr marL="8890" indent="0" algn="ctr">
              <a:buNone/>
              <a:defRPr lang="nl-NL" sz="2800" b="0" cap="all" spc="-20" baseline="0" dirty="0" smtClean="0">
                <a:solidFill>
                  <a:srgbClr val="FFFFFF"/>
                </a:solidFill>
                <a:latin typeface="Arial Black"/>
                <a:cs typeface="Arial Black"/>
              </a:defRPr>
            </a:lvl1pPr>
            <a:lvl2pPr marL="193675" indent="0">
              <a:buNone/>
              <a:defRPr lang="nl-NL" sz="1800" dirty="0">
                <a:solidFill>
                  <a:schemeClr val="tx1"/>
                </a:solidFill>
                <a:cs typeface="+mn-cs"/>
              </a:defRPr>
            </a:lvl2pPr>
          </a:lstStyle>
          <a:p>
            <a:pPr marL="12065" marR="5080" lvl="0" indent="-3175" algn="ctr">
              <a:lnSpc>
                <a:spcPts val="3200"/>
              </a:lnSpc>
              <a:spcBef>
                <a:spcPts val="34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19" name="Tijdelijke aanduiding voor tekst 18"/>
          <p:cNvSpPr>
            <a:spLocks noGrp="1"/>
          </p:cNvSpPr>
          <p:nvPr>
            <p:ph type="body" sz="quarter" idx="14" hasCustomPrompt="1"/>
          </p:nvPr>
        </p:nvSpPr>
        <p:spPr>
          <a:xfrm>
            <a:off x="1905001" y="5878295"/>
            <a:ext cx="4471386" cy="409343"/>
          </a:xfr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lang="nl-NL" sz="2000" i="1" kern="1200" dirty="0">
                <a:solidFill>
                  <a:srgbClr val="213343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nl-NL" dirty="0"/>
              <a:t>Naam, </a:t>
            </a:r>
          </a:p>
        </p:txBody>
      </p:sp>
      <p:sp>
        <p:nvSpPr>
          <p:cNvPr id="20" name="Tijdelijke aanduiding voor tekst 18"/>
          <p:cNvSpPr>
            <a:spLocks noGrp="1"/>
          </p:cNvSpPr>
          <p:nvPr>
            <p:ph type="body" sz="quarter" idx="15" hasCustomPrompt="1"/>
          </p:nvPr>
        </p:nvSpPr>
        <p:spPr>
          <a:xfrm>
            <a:off x="6407368" y="5878295"/>
            <a:ext cx="4006632" cy="409343"/>
          </a:xfr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lang="nl-NL" sz="2000" i="1" kern="1200" dirty="0">
                <a:solidFill>
                  <a:srgbClr val="213343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nl-NL" dirty="0"/>
              <a:t>functietitel</a:t>
            </a:r>
          </a:p>
        </p:txBody>
      </p:sp>
      <p:sp>
        <p:nvSpPr>
          <p:cNvPr id="16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910800" y="6598800"/>
            <a:ext cx="2743200" cy="179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>
              <a:defRPr lang="nl-NL" sz="1100" i="1" smtClean="0">
                <a:solidFill>
                  <a:schemeClr val="tx2"/>
                </a:solidFill>
                <a:latin typeface="+mn-lt"/>
                <a:cs typeface="Arial"/>
              </a:defRPr>
            </a:lvl1pPr>
          </a:lstStyle>
          <a:p>
            <a:pPr marL="12700">
              <a:lnSpc>
                <a:spcPts val="1535"/>
              </a:lnSpc>
            </a:pPr>
            <a:fld id="{1836498D-FB03-BB44-BCA3-A5D26AAA6ADD}" type="datetime1">
              <a:rPr lang="en-US" smtClean="0"/>
              <a:t>4/9/25</a:t>
            </a:fld>
            <a:endParaRPr lang="en-GB" dirty="0"/>
          </a:p>
        </p:txBody>
      </p:sp>
      <p:sp>
        <p:nvSpPr>
          <p:cNvPr id="17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910800" y="6404400"/>
            <a:ext cx="4114800" cy="192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>
              <a:defRPr lang="nl-NL" sz="1100" i="1">
                <a:solidFill>
                  <a:schemeClr val="tx2"/>
                </a:solidFill>
                <a:latin typeface="+mn-lt"/>
                <a:cs typeface="Arial"/>
              </a:defRPr>
            </a:lvl1pPr>
          </a:lstStyle>
          <a:p>
            <a:pPr marL="12700">
              <a:lnSpc>
                <a:spcPts val="1535"/>
              </a:lnSpc>
            </a:pPr>
            <a:r>
              <a:rPr lang="nl-NL"/>
              <a:t>DEDS HC1-3: Kwalitatief data Verzamelen</a:t>
            </a:r>
            <a:endParaRPr lang="nl-NL" dirty="0"/>
          </a:p>
        </p:txBody>
      </p:sp>
      <p:sp>
        <p:nvSpPr>
          <p:cNvPr id="23" name="Tijdelijke aanduiding voor dianummer 15"/>
          <p:cNvSpPr>
            <a:spLocks noGrp="1"/>
          </p:cNvSpPr>
          <p:nvPr>
            <p:ph type="sldNum" sz="quarter" idx="4"/>
          </p:nvPr>
        </p:nvSpPr>
        <p:spPr>
          <a:xfrm>
            <a:off x="262800" y="6418800"/>
            <a:ext cx="574829" cy="166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r">
              <a:defRPr kumimoji="0" lang="nl-NL" sz="105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cs typeface="Arial"/>
              </a:defRPr>
            </a:lvl1pPr>
          </a:lstStyle>
          <a:p>
            <a:pPr marL="25400">
              <a:lnSpc>
                <a:spcPts val="1425"/>
              </a:lnSpc>
            </a:pPr>
            <a:fld id="{68BC35B1-DB37-4D69-B23B-4C9E9B475BB5}" type="slidenum">
              <a:rPr lang="en-GB" smtClean="0"/>
              <a:pPr marL="25400">
                <a:lnSpc>
                  <a:spcPts val="1425"/>
                </a:lnSpc>
              </a:pPr>
              <a:t>‹nr.›</a:t>
            </a:fld>
            <a:endParaRPr lang="en-GB" dirty="0"/>
          </a:p>
        </p:txBody>
      </p:sp>
      <p:pic>
        <p:nvPicPr>
          <p:cNvPr id="24" name="Afbeelding 23" descr="HHS_NL_groen_HEX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800" y="5904000"/>
            <a:ext cx="2880000" cy="85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269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ep 3">
            <a:extLst>
              <a:ext uri="{FF2B5EF4-FFF2-40B4-BE49-F238E27FC236}">
                <a16:creationId xmlns:a16="http://schemas.microsoft.com/office/drawing/2014/main" id="{D64AB382-4DC8-4B0F-94C7-AEA099915EC4}"/>
              </a:ext>
            </a:extLst>
          </p:cNvPr>
          <p:cNvGrpSpPr/>
          <p:nvPr userDrawn="1"/>
        </p:nvGrpSpPr>
        <p:grpSpPr>
          <a:xfrm>
            <a:off x="1219315" y="406440"/>
            <a:ext cx="9754870" cy="5283835"/>
            <a:chOff x="1219315" y="406440"/>
            <a:chExt cx="9754870" cy="5283835"/>
          </a:xfrm>
        </p:grpSpPr>
        <p:sp>
          <p:nvSpPr>
            <p:cNvPr id="14" name="object 2"/>
            <p:cNvSpPr/>
            <p:nvPr userDrawn="1"/>
          </p:nvSpPr>
          <p:spPr>
            <a:xfrm>
              <a:off x="1219315" y="406440"/>
              <a:ext cx="9754870" cy="5283835"/>
            </a:xfrm>
            <a:custGeom>
              <a:avLst/>
              <a:gdLst/>
              <a:ahLst/>
              <a:cxnLst/>
              <a:rect l="l" t="t" r="r" b="b"/>
              <a:pathLst>
                <a:path w="9754870" h="5283835">
                  <a:moveTo>
                    <a:pt x="9754565" y="0"/>
                  </a:moveTo>
                  <a:lnTo>
                    <a:pt x="0" y="203225"/>
                  </a:lnTo>
                  <a:lnTo>
                    <a:pt x="609663" y="5080495"/>
                  </a:lnTo>
                  <a:lnTo>
                    <a:pt x="9144901" y="5283720"/>
                  </a:lnTo>
                  <a:lnTo>
                    <a:pt x="9754565" y="0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8" name="Afbeelding 17">
              <a:extLst>
                <a:ext uri="{FF2B5EF4-FFF2-40B4-BE49-F238E27FC236}">
                  <a16:creationId xmlns:a16="http://schemas.microsoft.com/office/drawing/2014/main" id="{89931C96-1086-46CF-84F0-387E178E54F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29424" t="18614" r="34878" b="57624"/>
            <a:stretch/>
          </p:blipFill>
          <p:spPr>
            <a:xfrm>
              <a:off x="1476375" y="741029"/>
              <a:ext cx="975003" cy="762000"/>
            </a:xfrm>
            <a:prstGeom prst="rect">
              <a:avLst/>
            </a:prstGeom>
          </p:spPr>
        </p:pic>
        <p:pic>
          <p:nvPicPr>
            <p:cNvPr id="21" name="Afbeelding 20">
              <a:extLst>
                <a:ext uri="{FF2B5EF4-FFF2-40B4-BE49-F238E27FC236}">
                  <a16:creationId xmlns:a16="http://schemas.microsoft.com/office/drawing/2014/main" id="{BFFF8D0A-3D24-4932-947D-0BF048BD168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35801" t="59806" r="32463" b="20796"/>
            <a:stretch/>
          </p:blipFill>
          <p:spPr>
            <a:xfrm>
              <a:off x="9344025" y="4886325"/>
              <a:ext cx="866775" cy="622062"/>
            </a:xfrm>
            <a:prstGeom prst="rect">
              <a:avLst/>
            </a:prstGeom>
          </p:spPr>
        </p:pic>
      </p:grpSp>
      <p:sp>
        <p:nvSpPr>
          <p:cNvPr id="16" name="object 3"/>
          <p:cNvSpPr/>
          <p:nvPr userDrawn="1"/>
        </p:nvSpPr>
        <p:spPr>
          <a:xfrm>
            <a:off x="5486939" y="5283720"/>
            <a:ext cx="813435" cy="610235"/>
          </a:xfrm>
          <a:custGeom>
            <a:avLst/>
            <a:gdLst/>
            <a:ahLst/>
            <a:cxnLst/>
            <a:rect l="l" t="t" r="r" b="b"/>
            <a:pathLst>
              <a:path w="813435" h="610235">
                <a:moveTo>
                  <a:pt x="812876" y="0"/>
                </a:moveTo>
                <a:lnTo>
                  <a:pt x="0" y="0"/>
                </a:lnTo>
                <a:lnTo>
                  <a:pt x="412788" y="609650"/>
                </a:lnTo>
                <a:lnTo>
                  <a:pt x="812876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Tijdelijke aanduiding voor tekst 14"/>
          <p:cNvSpPr>
            <a:spLocks noGrp="1"/>
          </p:cNvSpPr>
          <p:nvPr>
            <p:ph type="body" sz="quarter" idx="13"/>
          </p:nvPr>
        </p:nvSpPr>
        <p:spPr>
          <a:xfrm>
            <a:off x="2451378" y="2616188"/>
            <a:ext cx="7239000" cy="864339"/>
          </a:xfrm>
        </p:spPr>
        <p:txBody>
          <a:bodyPr vert="horz" wrap="square" lIns="0" tIns="43180" rIns="0" bIns="0" rtlCol="0" anchor="ctr">
            <a:spAutoFit/>
          </a:bodyPr>
          <a:lstStyle>
            <a:lvl1pPr marL="8890" indent="0" algn="ctr">
              <a:buNone/>
              <a:defRPr lang="nl-NL" sz="2800" b="0" cap="all" spc="-20" baseline="0" dirty="0" smtClean="0">
                <a:solidFill>
                  <a:srgbClr val="FFFFFF"/>
                </a:solidFill>
                <a:latin typeface="Arial Black"/>
                <a:cs typeface="Arial Black"/>
              </a:defRPr>
            </a:lvl1pPr>
            <a:lvl2pPr marL="193675" indent="0">
              <a:buNone/>
              <a:defRPr lang="nl-NL" sz="1800" dirty="0">
                <a:solidFill>
                  <a:schemeClr val="tx1"/>
                </a:solidFill>
                <a:cs typeface="+mn-cs"/>
              </a:defRPr>
            </a:lvl2pPr>
          </a:lstStyle>
          <a:p>
            <a:pPr marL="12065" marR="5080" lvl="0" indent="-3175" algn="ctr">
              <a:lnSpc>
                <a:spcPts val="3200"/>
              </a:lnSpc>
              <a:spcBef>
                <a:spcPts val="34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19" name="Tijdelijke aanduiding voor tekst 18"/>
          <p:cNvSpPr>
            <a:spLocks noGrp="1"/>
          </p:cNvSpPr>
          <p:nvPr>
            <p:ph type="body" sz="quarter" idx="14" hasCustomPrompt="1"/>
          </p:nvPr>
        </p:nvSpPr>
        <p:spPr>
          <a:xfrm>
            <a:off x="1904400" y="5878295"/>
            <a:ext cx="4471386" cy="409343"/>
          </a:xfr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lang="nl-NL" sz="2000" i="1" kern="1200" dirty="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nl-NL" dirty="0"/>
              <a:t>Naam, </a:t>
            </a:r>
          </a:p>
        </p:txBody>
      </p:sp>
      <p:sp>
        <p:nvSpPr>
          <p:cNvPr id="20" name="Tijdelijke aanduiding voor tekst 18"/>
          <p:cNvSpPr>
            <a:spLocks noGrp="1"/>
          </p:cNvSpPr>
          <p:nvPr>
            <p:ph type="body" sz="quarter" idx="15" hasCustomPrompt="1"/>
          </p:nvPr>
        </p:nvSpPr>
        <p:spPr>
          <a:xfrm>
            <a:off x="6408000" y="5878295"/>
            <a:ext cx="4006632" cy="409343"/>
          </a:xfr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lang="nl-NL" sz="2000" i="1" kern="1200" dirty="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nl-NL" dirty="0"/>
              <a:t>functietitel</a:t>
            </a:r>
          </a:p>
        </p:txBody>
      </p:sp>
      <p:sp>
        <p:nvSpPr>
          <p:cNvPr id="17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910800" y="6598800"/>
            <a:ext cx="2743200" cy="179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>
              <a:defRPr lang="nl-NL" sz="1100" i="1" smtClean="0">
                <a:solidFill>
                  <a:schemeClr val="tx2"/>
                </a:solidFill>
                <a:latin typeface="+mn-lt"/>
                <a:cs typeface="Arial"/>
              </a:defRPr>
            </a:lvl1pPr>
          </a:lstStyle>
          <a:p>
            <a:pPr marL="12700">
              <a:lnSpc>
                <a:spcPts val="1535"/>
              </a:lnSpc>
            </a:pPr>
            <a:fld id="{89DA4628-4E30-4740-B1D8-6E4028143C71}" type="datetime1">
              <a:rPr lang="en-US" smtClean="0"/>
              <a:t>4/9/25</a:t>
            </a:fld>
            <a:endParaRPr lang="en-GB" dirty="0"/>
          </a:p>
        </p:txBody>
      </p:sp>
      <p:sp>
        <p:nvSpPr>
          <p:cNvPr id="22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910800" y="6404400"/>
            <a:ext cx="4114800" cy="192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>
              <a:defRPr lang="nl-NL" sz="1100" i="1">
                <a:solidFill>
                  <a:schemeClr val="tx2"/>
                </a:solidFill>
                <a:latin typeface="+mn-lt"/>
                <a:cs typeface="Arial"/>
              </a:defRPr>
            </a:lvl1pPr>
          </a:lstStyle>
          <a:p>
            <a:pPr marL="12700">
              <a:lnSpc>
                <a:spcPts val="1535"/>
              </a:lnSpc>
            </a:pPr>
            <a:r>
              <a:rPr lang="nl-NL"/>
              <a:t>DEDS HC1-3: Kwalitatief data Verzamelen</a:t>
            </a:r>
            <a:endParaRPr lang="nl-NL" dirty="0"/>
          </a:p>
        </p:txBody>
      </p:sp>
      <p:sp>
        <p:nvSpPr>
          <p:cNvPr id="23" name="Tijdelijke aanduiding voor dianummer 15"/>
          <p:cNvSpPr>
            <a:spLocks noGrp="1"/>
          </p:cNvSpPr>
          <p:nvPr>
            <p:ph type="sldNum" sz="quarter" idx="4"/>
          </p:nvPr>
        </p:nvSpPr>
        <p:spPr>
          <a:xfrm>
            <a:off x="262800" y="6418800"/>
            <a:ext cx="574829" cy="166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r">
              <a:defRPr kumimoji="0" lang="nl-NL" sz="105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cs typeface="Arial"/>
              </a:defRPr>
            </a:lvl1pPr>
          </a:lstStyle>
          <a:p>
            <a:pPr marL="25400">
              <a:lnSpc>
                <a:spcPts val="1425"/>
              </a:lnSpc>
            </a:pPr>
            <a:fld id="{68BC35B1-DB37-4D69-B23B-4C9E9B475BB5}" type="slidenum">
              <a:rPr lang="en-GB" smtClean="0"/>
              <a:pPr marL="25400">
                <a:lnSpc>
                  <a:spcPts val="1425"/>
                </a:lnSpc>
              </a:pPr>
              <a:t>‹nr.›</a:t>
            </a:fld>
            <a:endParaRPr lang="en-GB" dirty="0"/>
          </a:p>
        </p:txBody>
      </p:sp>
      <p:pic>
        <p:nvPicPr>
          <p:cNvPr id="24" name="Afbeelding 2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800" y="5904000"/>
            <a:ext cx="2880000" cy="85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08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algn="l">
              <a:defRPr/>
            </a:lvl1pPr>
          </a:lstStyle>
          <a:p>
            <a:r>
              <a:rPr lang="nl-NL" dirty="0"/>
              <a:t>Klik hier en voeg de afbeelding in, klik vervolgens 'reset' of 'opnieuw instellen' in het menu</a:t>
            </a:r>
          </a:p>
        </p:txBody>
      </p:sp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1409838" y="5321860"/>
            <a:ext cx="9970775" cy="428835"/>
          </a:xfrm>
        </p:spPr>
        <p:txBody>
          <a:bodyPr anchor="b"/>
          <a:lstStyle>
            <a:lvl1pPr>
              <a:defRPr lang="nl-NL" sz="2800" b="1" kern="1200" cap="all" spc="-5" baseline="0" smtClean="0">
                <a:solidFill>
                  <a:srgbClr val="FFFFFF"/>
                </a:solidFill>
                <a:latin typeface="+mj-lt"/>
                <a:ea typeface="+mn-ea"/>
                <a:cs typeface="Arial Black"/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6" name="Tijdelijke aanduiding voor tekst 11"/>
          <p:cNvSpPr>
            <a:spLocks noGrp="1"/>
          </p:cNvSpPr>
          <p:nvPr>
            <p:ph type="body" sz="quarter" idx="11"/>
          </p:nvPr>
        </p:nvSpPr>
        <p:spPr>
          <a:xfrm>
            <a:off x="7923882" y="812880"/>
            <a:ext cx="3456000" cy="3456000"/>
          </a:xfrm>
          <a:blipFill rotWithShape="1"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 algn="r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#"/>
          <p:cNvSpPr>
            <a:spLocks noGrp="1"/>
          </p:cNvSpPr>
          <p:nvPr>
            <p:ph type="body" idx="1" hasCustomPrompt="1"/>
          </p:nvPr>
        </p:nvSpPr>
        <p:spPr>
          <a:xfrm>
            <a:off x="8169275" y="1084233"/>
            <a:ext cx="2978150" cy="2103467"/>
          </a:xfrm>
        </p:spPr>
        <p:txBody>
          <a:bodyPr wrap="none" lIns="0" rIns="0">
            <a:noAutofit/>
          </a:bodyPr>
          <a:lstStyle>
            <a:lvl1pPr marL="0" indent="0" algn="ctr">
              <a:buNone/>
              <a:defRPr sz="139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4" name="#"/>
          <p:cNvSpPr>
            <a:spLocks noGrp="1"/>
          </p:cNvSpPr>
          <p:nvPr>
            <p:ph type="body" idx="15" hasCustomPrompt="1"/>
          </p:nvPr>
        </p:nvSpPr>
        <p:spPr>
          <a:xfrm>
            <a:off x="8153400" y="1198532"/>
            <a:ext cx="2997200" cy="484748"/>
          </a:xfrm>
        </p:spPr>
        <p:txBody>
          <a:bodyPr wrap="square" lIns="0" rIns="0">
            <a:spAutoFit/>
          </a:bodyPr>
          <a:lstStyle>
            <a:lvl1pPr marL="0" indent="0" algn="ctr">
              <a:buNone/>
              <a:defRPr sz="2000" cap="none">
                <a:solidFill>
                  <a:srgbClr val="21334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HOOFDSTUK</a:t>
            </a:r>
          </a:p>
        </p:txBody>
      </p:sp>
    </p:spTree>
    <p:extLst>
      <p:ext uri="{BB962C8B-B14F-4D97-AF65-F5344CB8AC3E}">
        <p14:creationId xmlns:p14="http://schemas.microsoft.com/office/powerpoint/2010/main" val="3993191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algn="l">
              <a:defRPr/>
            </a:lvl1pPr>
          </a:lstStyle>
          <a:p>
            <a:r>
              <a:rPr lang="nl-NL" dirty="0"/>
              <a:t>Klik hier en voeg de afbeelding in, klik vervolgens 'reset' of 'opnieuw instellen' in het menu</a:t>
            </a: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1"/>
          </p:nvPr>
        </p:nvSpPr>
        <p:spPr>
          <a:xfrm>
            <a:off x="1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8626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910800" y="6598800"/>
            <a:ext cx="2743200" cy="179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>
              <a:defRPr lang="nl-NL" sz="1100" i="1" smtClean="0">
                <a:solidFill>
                  <a:schemeClr val="tx2"/>
                </a:solidFill>
                <a:latin typeface="+mn-lt"/>
                <a:cs typeface="Arial"/>
              </a:defRPr>
            </a:lvl1pPr>
          </a:lstStyle>
          <a:p>
            <a:pPr marL="12700">
              <a:lnSpc>
                <a:spcPts val="1535"/>
              </a:lnSpc>
            </a:pPr>
            <a:fld id="{89B618FA-8C6E-5845-B592-EE0C3ADA8751}" type="datetime1">
              <a:rPr lang="en-US" smtClean="0"/>
              <a:t>4/9/25</a:t>
            </a:fld>
            <a:endParaRPr lang="en-GB" dirty="0"/>
          </a:p>
        </p:txBody>
      </p:sp>
      <p:sp>
        <p:nvSpPr>
          <p:cNvPr id="8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910800" y="6404400"/>
            <a:ext cx="4114800" cy="192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>
              <a:defRPr lang="nl-NL" sz="1100" i="1">
                <a:solidFill>
                  <a:schemeClr val="tx2"/>
                </a:solidFill>
                <a:latin typeface="+mn-lt"/>
                <a:cs typeface="Arial"/>
              </a:defRPr>
            </a:lvl1pPr>
          </a:lstStyle>
          <a:p>
            <a:pPr marL="12700">
              <a:lnSpc>
                <a:spcPts val="1535"/>
              </a:lnSpc>
            </a:pPr>
            <a:r>
              <a:rPr lang="nl-NL"/>
              <a:t>DEDS HC1-3: Kwalitatief data Verzamelen</a:t>
            </a:r>
            <a:endParaRPr lang="nl-NL" dirty="0"/>
          </a:p>
        </p:txBody>
      </p:sp>
      <p:sp>
        <p:nvSpPr>
          <p:cNvPr id="9" name="Tijdelijke aanduiding voor dianummer 15"/>
          <p:cNvSpPr>
            <a:spLocks noGrp="1"/>
          </p:cNvSpPr>
          <p:nvPr>
            <p:ph type="sldNum" sz="quarter" idx="4"/>
          </p:nvPr>
        </p:nvSpPr>
        <p:spPr>
          <a:xfrm>
            <a:off x="262800" y="6418800"/>
            <a:ext cx="574829" cy="166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r">
              <a:defRPr kumimoji="0" lang="nl-NL" sz="105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cs typeface="Arial"/>
              </a:defRPr>
            </a:lvl1pPr>
          </a:lstStyle>
          <a:p>
            <a:pPr marL="25400">
              <a:lnSpc>
                <a:spcPts val="1425"/>
              </a:lnSpc>
            </a:pPr>
            <a:fld id="{68BC35B1-DB37-4D69-B23B-4C9E9B475BB5}" type="slidenum">
              <a:rPr lang="en-GB" smtClean="0"/>
              <a:pPr marL="25400">
                <a:lnSpc>
                  <a:spcPts val="1425"/>
                </a:lnSpc>
              </a:pPr>
              <a:t>‹nr.›</a:t>
            </a:fld>
            <a:endParaRPr lang="en-GB" dirty="0"/>
          </a:p>
        </p:txBody>
      </p:sp>
      <p:pic>
        <p:nvPicPr>
          <p:cNvPr id="10" name="Afbeelding 9" descr="HHS_NL_groen_HEX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800" y="5904000"/>
            <a:ext cx="2880000" cy="85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565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ca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657" y="0"/>
            <a:ext cx="10327343" cy="6858000"/>
          </a:xfrm>
          <a:prstGeom prst="rect">
            <a:avLst/>
          </a:prstGeom>
        </p:spPr>
      </p:pic>
      <p:sp>
        <p:nvSpPr>
          <p:cNvPr id="5" name="object 11"/>
          <p:cNvSpPr txBox="1"/>
          <p:nvPr userDrawn="1"/>
        </p:nvSpPr>
        <p:spPr>
          <a:xfrm>
            <a:off x="2019300" y="1014830"/>
            <a:ext cx="2490051" cy="63500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337820" algn="r">
              <a:lnSpc>
                <a:spcPct val="100000"/>
              </a:lnSpc>
              <a:spcBef>
                <a:spcPts val="259"/>
              </a:spcBef>
            </a:pPr>
            <a:r>
              <a:rPr sz="1200" b="1" dirty="0">
                <a:solidFill>
                  <a:schemeClr val="tx2"/>
                </a:solidFill>
                <a:latin typeface="Arial Black"/>
                <a:cs typeface="Arial Black"/>
              </a:rPr>
              <a:t>HOOF</a:t>
            </a:r>
            <a:r>
              <a:rPr sz="1200" b="1" spc="-45" dirty="0">
                <a:solidFill>
                  <a:schemeClr val="tx2"/>
                </a:solidFill>
                <a:latin typeface="Arial Black"/>
                <a:cs typeface="Arial Black"/>
              </a:rPr>
              <a:t>D</a:t>
            </a:r>
            <a:r>
              <a:rPr sz="1200" b="1" dirty="0">
                <a:solidFill>
                  <a:schemeClr val="tx2"/>
                </a:solidFill>
                <a:latin typeface="Arial Black"/>
                <a:cs typeface="Arial Black"/>
              </a:rPr>
              <a:t>VESTIGING</a:t>
            </a:r>
            <a:endParaRPr sz="1200" dirty="0">
              <a:solidFill>
                <a:schemeClr val="tx2"/>
              </a:solidFill>
              <a:latin typeface="Arial Black"/>
              <a:cs typeface="Arial Black"/>
            </a:endParaRPr>
          </a:p>
          <a:p>
            <a:pPr marL="560070" marR="5080" indent="-548005" algn="r">
              <a:lnSpc>
                <a:spcPct val="111100"/>
              </a:lnSpc>
            </a:pPr>
            <a:r>
              <a:rPr sz="1200" dirty="0">
                <a:solidFill>
                  <a:schemeClr val="tx2"/>
                </a:solidFill>
                <a:latin typeface="Arial"/>
                <a:cs typeface="Arial"/>
              </a:rPr>
              <a:t>Johanna </a:t>
            </a:r>
            <a:r>
              <a:rPr sz="1200" spc="-10" dirty="0">
                <a:solidFill>
                  <a:schemeClr val="tx2"/>
                </a:solidFill>
                <a:latin typeface="Arial"/>
                <a:cs typeface="Arial"/>
              </a:rPr>
              <a:t>Westerdijkplein </a:t>
            </a:r>
            <a:r>
              <a:rPr sz="1200" spc="-5" dirty="0">
                <a:solidFill>
                  <a:schemeClr val="tx2"/>
                </a:solidFill>
                <a:latin typeface="Arial"/>
                <a:cs typeface="Arial"/>
              </a:rPr>
              <a:t>75</a:t>
            </a:r>
            <a:endParaRPr lang="en-US" sz="1200" spc="-5" dirty="0">
              <a:solidFill>
                <a:schemeClr val="tx2"/>
              </a:solidFill>
              <a:latin typeface="Arial"/>
              <a:cs typeface="Arial"/>
            </a:endParaRPr>
          </a:p>
          <a:p>
            <a:pPr marL="560070" marR="5080" indent="-548005" algn="r">
              <a:lnSpc>
                <a:spcPct val="111100"/>
              </a:lnSpc>
            </a:pPr>
            <a:r>
              <a:rPr sz="1200" spc="-5" dirty="0">
                <a:solidFill>
                  <a:schemeClr val="tx2"/>
                </a:solidFill>
                <a:latin typeface="Arial"/>
                <a:cs typeface="Arial"/>
              </a:rPr>
              <a:t>2521 </a:t>
            </a:r>
            <a:r>
              <a:rPr sz="1200" dirty="0">
                <a:solidFill>
                  <a:schemeClr val="tx2"/>
                </a:solidFill>
                <a:latin typeface="Arial"/>
                <a:cs typeface="Arial"/>
              </a:rPr>
              <a:t>EN </a:t>
            </a:r>
            <a:r>
              <a:rPr sz="1200" spc="-5" dirty="0">
                <a:solidFill>
                  <a:schemeClr val="tx2"/>
                </a:solidFill>
                <a:latin typeface="Arial"/>
                <a:cs typeface="Arial"/>
              </a:rPr>
              <a:t>Den</a:t>
            </a:r>
            <a:r>
              <a:rPr sz="1200" spc="-9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chemeClr val="tx2"/>
                </a:solidFill>
                <a:latin typeface="Arial"/>
                <a:cs typeface="Arial"/>
              </a:rPr>
              <a:t>Haag</a:t>
            </a:r>
            <a:endParaRPr sz="120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7" name="object 12"/>
          <p:cNvSpPr txBox="1"/>
          <p:nvPr userDrawn="1"/>
        </p:nvSpPr>
        <p:spPr>
          <a:xfrm>
            <a:off x="2942413" y="2240499"/>
            <a:ext cx="1567180" cy="63500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259"/>
              </a:spcBef>
            </a:pPr>
            <a:r>
              <a:rPr sz="1200" b="1" dirty="0">
                <a:solidFill>
                  <a:schemeClr val="tx2"/>
                </a:solidFill>
                <a:latin typeface="Arial Black"/>
                <a:cs typeface="Arial Black"/>
              </a:rPr>
              <a:t>VESTIGING</a:t>
            </a:r>
            <a:r>
              <a:rPr sz="1200" b="1" spc="-105" dirty="0">
                <a:solidFill>
                  <a:schemeClr val="tx2"/>
                </a:solidFill>
                <a:latin typeface="Arial Black"/>
                <a:cs typeface="Arial Black"/>
              </a:rPr>
              <a:t> </a:t>
            </a:r>
            <a:r>
              <a:rPr sz="1200" b="1" dirty="0">
                <a:solidFill>
                  <a:schemeClr val="tx2"/>
                </a:solidFill>
                <a:latin typeface="Arial Black"/>
                <a:cs typeface="Arial Black"/>
              </a:rPr>
              <a:t>DELFT</a:t>
            </a:r>
            <a:endParaRPr sz="1200" dirty="0">
              <a:solidFill>
                <a:schemeClr val="tx2"/>
              </a:solidFill>
              <a:latin typeface="Arial Black"/>
              <a:cs typeface="Arial Black"/>
            </a:endParaRPr>
          </a:p>
          <a:p>
            <a:pPr marL="90805" algn="r">
              <a:lnSpc>
                <a:spcPct val="100000"/>
              </a:lnSpc>
              <a:spcBef>
                <a:spcPts val="160"/>
              </a:spcBef>
            </a:pPr>
            <a:r>
              <a:rPr sz="1200" spc="-5" dirty="0">
                <a:solidFill>
                  <a:schemeClr val="tx2"/>
                </a:solidFill>
                <a:latin typeface="Arial"/>
                <a:cs typeface="Arial"/>
              </a:rPr>
              <a:t>Rotterdamseweg</a:t>
            </a:r>
            <a:r>
              <a:rPr sz="1200" spc="-10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chemeClr val="tx2"/>
                </a:solidFill>
                <a:latin typeface="Arial"/>
                <a:cs typeface="Arial"/>
              </a:rPr>
              <a:t>137</a:t>
            </a:r>
            <a:endParaRPr sz="1200" dirty="0">
              <a:solidFill>
                <a:schemeClr val="tx2"/>
              </a:solidFill>
              <a:latin typeface="Arial"/>
              <a:cs typeface="Arial"/>
            </a:endParaRPr>
          </a:p>
          <a:p>
            <a:pPr marL="643890" algn="r">
              <a:lnSpc>
                <a:spcPct val="100000"/>
              </a:lnSpc>
              <a:spcBef>
                <a:spcPts val="160"/>
              </a:spcBef>
            </a:pPr>
            <a:r>
              <a:rPr sz="1200" spc="-5" dirty="0">
                <a:solidFill>
                  <a:schemeClr val="tx2"/>
                </a:solidFill>
                <a:latin typeface="Arial"/>
                <a:cs typeface="Arial"/>
              </a:rPr>
              <a:t>2628 </a:t>
            </a:r>
            <a:r>
              <a:rPr sz="1200" dirty="0">
                <a:solidFill>
                  <a:schemeClr val="tx2"/>
                </a:solidFill>
                <a:latin typeface="Arial"/>
                <a:cs typeface="Arial"/>
              </a:rPr>
              <a:t>AL</a:t>
            </a:r>
            <a:r>
              <a:rPr sz="1200" spc="-204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chemeClr val="tx2"/>
                </a:solidFill>
                <a:latin typeface="Arial"/>
                <a:cs typeface="Arial"/>
              </a:rPr>
              <a:t>Delft</a:t>
            </a:r>
            <a:endParaRPr sz="120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8" name="object 13"/>
          <p:cNvSpPr txBox="1"/>
          <p:nvPr userDrawn="1"/>
        </p:nvSpPr>
        <p:spPr>
          <a:xfrm>
            <a:off x="1168401" y="3459820"/>
            <a:ext cx="3340846" cy="664284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260"/>
              </a:spcBef>
            </a:pPr>
            <a:r>
              <a:rPr sz="1200" b="1" spc="-10" dirty="0">
                <a:solidFill>
                  <a:schemeClr val="tx2"/>
                </a:solidFill>
                <a:latin typeface="Arial Black"/>
                <a:cs typeface="Arial Black"/>
              </a:rPr>
              <a:t>SPORTCAMPUS</a:t>
            </a:r>
            <a:r>
              <a:rPr sz="1200" b="1" spc="-55" dirty="0">
                <a:solidFill>
                  <a:schemeClr val="tx2"/>
                </a:solidFill>
                <a:latin typeface="Arial Black"/>
                <a:cs typeface="Arial Black"/>
              </a:rPr>
              <a:t> </a:t>
            </a:r>
            <a:r>
              <a:rPr sz="1200" b="1" spc="-15" dirty="0">
                <a:solidFill>
                  <a:schemeClr val="tx2"/>
                </a:solidFill>
                <a:latin typeface="Arial Black"/>
                <a:cs typeface="Arial Black"/>
              </a:rPr>
              <a:t>ZUIDERPARK</a:t>
            </a:r>
            <a:endParaRPr sz="1200" dirty="0">
              <a:solidFill>
                <a:schemeClr val="tx2"/>
              </a:solidFill>
              <a:latin typeface="Arial Black"/>
              <a:cs typeface="Arial Black"/>
            </a:endParaRPr>
          </a:p>
          <a:p>
            <a:pPr marR="5080" algn="r">
              <a:lnSpc>
                <a:spcPct val="100000"/>
              </a:lnSpc>
              <a:spcBef>
                <a:spcPts val="260"/>
              </a:spcBef>
            </a:pPr>
            <a:r>
              <a:rPr lang="nl-NL" sz="1200" dirty="0">
                <a:solidFill>
                  <a:schemeClr val="tx2"/>
                </a:solidFill>
                <a:latin typeface="+mn-lt"/>
                <a:cs typeface="Arial"/>
              </a:rPr>
              <a:t>Meester P. Droogleever</a:t>
            </a:r>
            <a:r>
              <a:rPr lang="nl-NL" sz="1200" baseline="0" dirty="0">
                <a:solidFill>
                  <a:schemeClr val="tx2"/>
                </a:solidFill>
                <a:latin typeface="+mn-lt"/>
                <a:cs typeface="Arial"/>
              </a:rPr>
              <a:t> </a:t>
            </a:r>
            <a:r>
              <a:rPr lang="nl-NL" sz="1200" dirty="0">
                <a:solidFill>
                  <a:schemeClr val="tx2"/>
                </a:solidFill>
                <a:latin typeface="+mn-lt"/>
                <a:cs typeface="Arial"/>
              </a:rPr>
              <a:t>Fortuynweg 22</a:t>
            </a:r>
          </a:p>
          <a:p>
            <a:pPr marR="5080" algn="r">
              <a:lnSpc>
                <a:spcPct val="100000"/>
              </a:lnSpc>
              <a:spcBef>
                <a:spcPts val="260"/>
              </a:spcBef>
            </a:pPr>
            <a:r>
              <a:rPr lang="nl-NL" sz="1200" spc="-5" dirty="0">
                <a:solidFill>
                  <a:schemeClr val="tx2"/>
                </a:solidFill>
                <a:latin typeface="+mn-lt"/>
                <a:cs typeface="Arial"/>
              </a:rPr>
              <a:t>2533 SR Den</a:t>
            </a:r>
            <a:r>
              <a:rPr lang="nl-NL" sz="1200" spc="-100" dirty="0">
                <a:solidFill>
                  <a:schemeClr val="tx2"/>
                </a:solidFill>
                <a:latin typeface="+mn-lt"/>
                <a:cs typeface="Arial"/>
              </a:rPr>
              <a:t> </a:t>
            </a:r>
            <a:r>
              <a:rPr lang="nl-NL" sz="1200" spc="-5" dirty="0">
                <a:solidFill>
                  <a:schemeClr val="tx2"/>
                </a:solidFill>
                <a:latin typeface="+mn-lt"/>
                <a:cs typeface="Arial"/>
              </a:rPr>
              <a:t>Haag</a:t>
            </a:r>
            <a:endParaRPr lang="nl-NL" sz="1200" dirty="0">
              <a:solidFill>
                <a:schemeClr val="tx2"/>
              </a:solidFill>
              <a:latin typeface="+mn-lt"/>
              <a:cs typeface="Arial"/>
            </a:endParaRPr>
          </a:p>
        </p:txBody>
      </p:sp>
      <p:sp>
        <p:nvSpPr>
          <p:cNvPr id="9" name="object 14"/>
          <p:cNvSpPr txBox="1"/>
          <p:nvPr userDrawn="1"/>
        </p:nvSpPr>
        <p:spPr>
          <a:xfrm>
            <a:off x="2316144" y="4679139"/>
            <a:ext cx="2193290" cy="664284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200" b="1" dirty="0">
                <a:solidFill>
                  <a:schemeClr val="tx2"/>
                </a:solidFill>
                <a:latin typeface="Arial Black"/>
                <a:cs typeface="Arial Black"/>
              </a:rPr>
              <a:t>VESTIGING</a:t>
            </a:r>
            <a:r>
              <a:rPr sz="1200" b="1" spc="-105" dirty="0">
                <a:solidFill>
                  <a:schemeClr val="tx2"/>
                </a:solidFill>
                <a:latin typeface="Arial Black"/>
                <a:cs typeface="Arial Black"/>
              </a:rPr>
              <a:t> </a:t>
            </a:r>
            <a:r>
              <a:rPr sz="1200" b="1" spc="-5" dirty="0">
                <a:solidFill>
                  <a:schemeClr val="tx2"/>
                </a:solidFill>
                <a:latin typeface="Arial Black"/>
                <a:cs typeface="Arial Black"/>
              </a:rPr>
              <a:t>ZOETERMEER</a:t>
            </a:r>
            <a:endParaRPr sz="1200" dirty="0">
              <a:solidFill>
                <a:schemeClr val="tx2"/>
              </a:solidFill>
              <a:latin typeface="Arial Black"/>
              <a:cs typeface="Arial Black"/>
            </a:endParaRPr>
          </a:p>
          <a:p>
            <a:pPr marL="12700" algn="r">
              <a:lnSpc>
                <a:spcPct val="100000"/>
              </a:lnSpc>
              <a:spcBef>
                <a:spcPts val="260"/>
              </a:spcBef>
            </a:pPr>
            <a:r>
              <a:rPr lang="nl-NL" sz="1200" dirty="0">
                <a:solidFill>
                  <a:schemeClr val="tx2"/>
                </a:solidFill>
                <a:latin typeface="+mn-lt"/>
                <a:cs typeface="Arial"/>
              </a:rPr>
              <a:t>Bleiswijkseweg 37</a:t>
            </a:r>
            <a:endParaRPr lang="nl-NL" sz="1200" spc="-5" dirty="0">
              <a:solidFill>
                <a:schemeClr val="tx2"/>
              </a:solidFill>
              <a:latin typeface="+mn-lt"/>
              <a:cs typeface="Arial"/>
            </a:endParaRPr>
          </a:p>
          <a:p>
            <a:pPr marL="12700" algn="r">
              <a:lnSpc>
                <a:spcPct val="100000"/>
              </a:lnSpc>
              <a:spcBef>
                <a:spcPts val="260"/>
              </a:spcBef>
            </a:pPr>
            <a:r>
              <a:rPr lang="nl-NL" sz="1200" spc="-5" dirty="0">
                <a:solidFill>
                  <a:schemeClr val="tx2"/>
                </a:solidFill>
                <a:latin typeface="+mn-lt"/>
                <a:cs typeface="Arial"/>
              </a:rPr>
              <a:t>2712 BP</a:t>
            </a:r>
            <a:r>
              <a:rPr lang="nl-NL" sz="1200" dirty="0">
                <a:solidFill>
                  <a:schemeClr val="tx2"/>
                </a:solidFill>
                <a:latin typeface="+mn-lt"/>
                <a:cs typeface="Arial"/>
              </a:rPr>
              <a:t> </a:t>
            </a:r>
            <a:r>
              <a:rPr lang="nl-NL" sz="1200" spc="-5" dirty="0">
                <a:solidFill>
                  <a:schemeClr val="tx2"/>
                </a:solidFill>
                <a:latin typeface="+mn-lt"/>
                <a:cs typeface="Arial"/>
              </a:rPr>
              <a:t>Zoetermeer</a:t>
            </a:r>
            <a:endParaRPr lang="nl-NL" sz="1200" dirty="0">
              <a:solidFill>
                <a:schemeClr val="tx2"/>
              </a:solidFill>
              <a:latin typeface="+mn-lt"/>
              <a:cs typeface="Arial"/>
            </a:endParaRPr>
          </a:p>
        </p:txBody>
      </p:sp>
      <p:pic>
        <p:nvPicPr>
          <p:cNvPr id="10" name="Afbeelding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041" y="3035031"/>
            <a:ext cx="3510570" cy="103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763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nima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 descr="lets-4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389" cy="685800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5ABE5E84-9FB4-4444-8A88-70B122B9A8B9}"/>
              </a:ext>
            </a:extLst>
          </p:cNvPr>
          <p:cNvSpPr/>
          <p:nvPr userDrawn="1"/>
        </p:nvSpPr>
        <p:spPr>
          <a:xfrm>
            <a:off x="3586083" y="3545216"/>
            <a:ext cx="3918128" cy="5591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507E8B1-9E11-C744-B50E-FD877C783D31}"/>
              </a:ext>
            </a:extLst>
          </p:cNvPr>
          <p:cNvSpPr/>
          <p:nvPr userDrawn="1"/>
        </p:nvSpPr>
        <p:spPr>
          <a:xfrm>
            <a:off x="4551061" y="3545216"/>
            <a:ext cx="2953150" cy="5591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57B2EF0-B8AD-F341-A8A4-AAE423768D41}"/>
              </a:ext>
            </a:extLst>
          </p:cNvPr>
          <p:cNvSpPr/>
          <p:nvPr userDrawn="1"/>
        </p:nvSpPr>
        <p:spPr>
          <a:xfrm>
            <a:off x="5205439" y="3545216"/>
            <a:ext cx="2298772" cy="5591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32541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" presetClass="exit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  <p:bldP spid="7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2425940" y="1194832"/>
            <a:ext cx="7114540" cy="451406"/>
          </a:xfrm>
          <a:prstGeom prst="rect">
            <a:avLst/>
          </a:prstGeom>
        </p:spPr>
        <p:txBody>
          <a:bodyPr vert="horz" wrap="square" lIns="0" tIns="40640" rIns="0" bIns="0" rtlCol="0" anchor="b">
            <a:spAutoFit/>
          </a:bodyPr>
          <a:lstStyle/>
          <a:p>
            <a:pPr marL="12700" marR="5080" lvl="0" indent="0" fontAlgn="auto">
              <a:lnSpc>
                <a:spcPts val="3220"/>
              </a:lnSpc>
              <a:spcBef>
                <a:spcPts val="32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2425940" y="2070299"/>
            <a:ext cx="7114540" cy="3985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910800" y="6598800"/>
            <a:ext cx="2743200" cy="179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>
              <a:defRPr lang="nl-NL" sz="1100" i="1" smtClean="0">
                <a:solidFill>
                  <a:schemeClr val="tx2"/>
                </a:solidFill>
                <a:latin typeface="+mn-lt"/>
                <a:cs typeface="Arial"/>
              </a:defRPr>
            </a:lvl1pPr>
          </a:lstStyle>
          <a:p>
            <a:pPr marL="12700">
              <a:lnSpc>
                <a:spcPts val="1535"/>
              </a:lnSpc>
            </a:pPr>
            <a:fld id="{C7638EC2-BD8B-E84C-A6C1-005A4E6981C7}" type="datetime1">
              <a:rPr lang="en-US" smtClean="0"/>
              <a:t>4/9/25</a:t>
            </a:fld>
            <a:endParaRPr lang="en-GB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910800" y="6404400"/>
            <a:ext cx="4114800" cy="192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>
              <a:defRPr lang="nl-NL" sz="1100" i="1">
                <a:solidFill>
                  <a:schemeClr val="tx2"/>
                </a:solidFill>
                <a:latin typeface="+mn-lt"/>
                <a:cs typeface="Arial"/>
              </a:defRPr>
            </a:lvl1pPr>
          </a:lstStyle>
          <a:p>
            <a:pPr marL="12700">
              <a:lnSpc>
                <a:spcPts val="1535"/>
              </a:lnSpc>
            </a:pPr>
            <a:r>
              <a:rPr lang="nl-NL"/>
              <a:t>DEDS HC1-3: Kwalitatief data Verzamelen</a:t>
            </a:r>
            <a:endParaRPr lang="nl-NL" dirty="0"/>
          </a:p>
        </p:txBody>
      </p:sp>
      <p:sp>
        <p:nvSpPr>
          <p:cNvPr id="11" name="object 2"/>
          <p:cNvSpPr/>
          <p:nvPr userDrawn="1"/>
        </p:nvSpPr>
        <p:spPr>
          <a:xfrm>
            <a:off x="0" y="474186"/>
            <a:ext cx="1219835" cy="1701800"/>
          </a:xfrm>
          <a:custGeom>
            <a:avLst/>
            <a:gdLst/>
            <a:ahLst/>
            <a:cxnLst/>
            <a:rect l="l" t="t" r="r" b="b"/>
            <a:pathLst>
              <a:path w="1219835" h="1701800">
                <a:moveTo>
                  <a:pt x="0" y="0"/>
                </a:moveTo>
                <a:lnTo>
                  <a:pt x="0" y="1701469"/>
                </a:lnTo>
                <a:lnTo>
                  <a:pt x="975601" y="1558010"/>
                </a:lnTo>
                <a:lnTo>
                  <a:pt x="1219314" y="135483"/>
                </a:lnTo>
                <a:lnTo>
                  <a:pt x="0" y="0"/>
                </a:lnTo>
                <a:close/>
              </a:path>
            </a:pathLst>
          </a:custGeom>
          <a:solidFill>
            <a:srgbClr val="9EA7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4"/>
          </p:nvPr>
        </p:nvSpPr>
        <p:spPr>
          <a:xfrm>
            <a:off x="262800" y="6418800"/>
            <a:ext cx="574829" cy="166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r">
              <a:defRPr kumimoji="0" lang="nl-NL" sz="105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cs typeface="Arial"/>
              </a:defRPr>
            </a:lvl1pPr>
          </a:lstStyle>
          <a:p>
            <a:pPr marL="25400">
              <a:lnSpc>
                <a:spcPts val="1425"/>
              </a:lnSpc>
            </a:pPr>
            <a:fld id="{68BC35B1-DB37-4D69-B23B-4C9E9B475BB5}" type="slidenum">
              <a:rPr lang="en-GB" smtClean="0"/>
              <a:pPr marL="25400">
                <a:lnSpc>
                  <a:spcPts val="1425"/>
                </a:lnSpc>
              </a:pPr>
              <a:t>‹nr.›</a:t>
            </a:fld>
            <a:endParaRPr lang="en-GB" dirty="0"/>
          </a:p>
        </p:txBody>
      </p:sp>
      <p:pic>
        <p:nvPicPr>
          <p:cNvPr id="8" name="Afbeelding 7" descr="HHS_NL_groen_HEX.png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800" y="5904000"/>
            <a:ext cx="2880000" cy="85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583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58" r:id="rId4"/>
    <p:sldLayoutId id="2147483659" r:id="rId5"/>
    <p:sldLayoutId id="2147483660" r:id="rId6"/>
    <p:sldLayoutId id="2147483663" r:id="rId7"/>
    <p:sldLayoutId id="2147483664" r:id="rId8"/>
    <p:sldLayoutId id="2147483665" r:id="rId9"/>
    <p:sldLayoutId id="2147483651" r:id="rId10"/>
    <p:sldLayoutId id="2147483656" r:id="rId11"/>
    <p:sldLayoutId id="2147483655" r:id="rId12"/>
    <p:sldLayoutId id="2147483667" r:id="rId13"/>
    <p:sldLayoutId id="2147483666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nl-NL" sz="2800" b="1" i="0" u="none" strike="noStrike" kern="0" cap="none" spc="0" normalizeH="0" baseline="0" smtClean="0">
          <a:ln>
            <a:noFill/>
          </a:ln>
          <a:solidFill>
            <a:schemeClr val="accent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3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536575" indent="-263525" algn="l" defTabSz="914400" rtl="0" eaLnBrk="1" latinLnBrk="0" hangingPunct="1">
        <a:lnSpc>
          <a:spcPct val="133000"/>
        </a:lnSpc>
        <a:spcBef>
          <a:spcPts val="0"/>
        </a:spcBef>
        <a:spcAft>
          <a:spcPts val="0"/>
        </a:spcAft>
        <a:buFont typeface="Calibri" panose="020F0502020204030204" pitchFamily="34" charset="0"/>
        <a:buChar char="−"/>
        <a:defRPr sz="20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809625" indent="-273050" algn="l" defTabSz="914400" rtl="0" eaLnBrk="1" latinLnBrk="0" hangingPunct="1">
        <a:lnSpc>
          <a:spcPct val="133000"/>
        </a:lnSpc>
        <a:spcBef>
          <a:spcPts val="0"/>
        </a:spcBef>
        <a:spcAft>
          <a:spcPts val="0"/>
        </a:spcAft>
        <a:buFont typeface="Calibri" panose="020F0502020204030204" pitchFamily="34" charset="0"/>
        <a:buChar char="−"/>
        <a:defRPr sz="20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1073150" indent="-263525" algn="l" defTabSz="914400" rtl="0" eaLnBrk="1" latinLnBrk="0" hangingPunct="1">
        <a:lnSpc>
          <a:spcPct val="133000"/>
        </a:lnSpc>
        <a:spcBef>
          <a:spcPts val="0"/>
        </a:spcBef>
        <a:spcAft>
          <a:spcPts val="0"/>
        </a:spcAft>
        <a:buFont typeface="Calibri" panose="020F0502020204030204" pitchFamily="34" charset="0"/>
        <a:buChar char="−"/>
        <a:defRPr sz="20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344613" indent="-271463" algn="l" defTabSz="914400" rtl="0" eaLnBrk="1" latinLnBrk="0" hangingPunct="1">
        <a:lnSpc>
          <a:spcPct val="133000"/>
        </a:lnSpc>
        <a:spcBef>
          <a:spcPts val="0"/>
        </a:spcBef>
        <a:spcAft>
          <a:spcPts val="0"/>
        </a:spcAft>
        <a:buFont typeface="Calibri" panose="020F0502020204030204" pitchFamily="34" charset="0"/>
        <a:buChar char="−"/>
        <a:defRPr sz="20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Tijdelijke aanduiding voor afbeelding 27"/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B08BBF5-CD40-4A16-8903-8DF4B09199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0" name="Titel 2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DEDS HC1-3: Kwalitatieve Data Analyse</a:t>
            </a:r>
          </a:p>
        </p:txBody>
      </p:sp>
    </p:spTree>
    <p:extLst>
      <p:ext uri="{BB962C8B-B14F-4D97-AF65-F5344CB8AC3E}">
        <p14:creationId xmlns:p14="http://schemas.microsoft.com/office/powerpoint/2010/main" val="190558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CFBF2-94D0-95DD-70E4-4E490BD55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940" y="829604"/>
            <a:ext cx="7114540" cy="816634"/>
          </a:xfrm>
        </p:spPr>
        <p:txBody>
          <a:bodyPr/>
          <a:lstStyle/>
          <a:p>
            <a:r>
              <a:rPr lang="en-NL"/>
              <a:t>Herhaling: Doel kwalitatief onderzoek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FC2A-3F0A-E9DE-648D-BF37E358A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/>
              <a:t>Aanleiding</a:t>
            </a:r>
          </a:p>
          <a:p>
            <a:pPr lvl="1"/>
            <a:r>
              <a:rPr lang="en-NL"/>
              <a:t>Er is een fenomeen dat je niet kent / begrijpt</a:t>
            </a:r>
          </a:p>
          <a:p>
            <a:r>
              <a:rPr lang="en-NL"/>
              <a:t>Doelstelling</a:t>
            </a:r>
          </a:p>
          <a:p>
            <a:pPr lvl="1"/>
            <a:r>
              <a:rPr lang="en-NL"/>
              <a:t>Dat fenomeen duidelijk in beeld brengen</a:t>
            </a:r>
          </a:p>
          <a:p>
            <a:r>
              <a:rPr lang="en-NL"/>
              <a:t>Daarvoor nodig:</a:t>
            </a:r>
          </a:p>
          <a:p>
            <a:pPr lvl="1"/>
            <a:r>
              <a:rPr lang="en-NL"/>
              <a:t>Zoveel mogelijk informatie verzamelen die bijdraagt aan dat beeld</a:t>
            </a:r>
          </a:p>
          <a:p>
            <a:pPr lvl="1"/>
            <a:endParaRPr lang="en-NL"/>
          </a:p>
          <a:p>
            <a:r>
              <a:rPr lang="en-NL"/>
              <a:t>Doel is </a:t>
            </a:r>
            <a:r>
              <a:rPr lang="en-NL" b="1"/>
              <a:t>niet </a:t>
            </a:r>
            <a:r>
              <a:rPr lang="en-NL"/>
              <a:t>(primair): tellen / bewijzen / percentages / etc…</a:t>
            </a:r>
          </a:p>
          <a:p>
            <a:pPr lvl="1"/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CF9450-66DC-D2B5-0C8C-92D544CB3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12700">
              <a:lnSpc>
                <a:spcPts val="1535"/>
              </a:lnSpc>
            </a:pPr>
            <a:r>
              <a:rPr lang="nl-NL"/>
              <a:t>DEDS HC1-3: Kwalitatief data Verzamelen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9F2ECC-0B74-EECE-B992-918901A8B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68BC35B1-DB37-4D69-B23B-4C9E9B475BB5}" type="slidenum">
              <a:rPr lang="en-GB" smtClean="0"/>
              <a:pPr marL="25400">
                <a:lnSpc>
                  <a:spcPts val="1425"/>
                </a:lnSpc>
              </a:pPr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8756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94DB7-A454-9605-56DA-3CDBC5163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940" y="1217403"/>
            <a:ext cx="7114540" cy="428835"/>
          </a:xfrm>
        </p:spPr>
        <p:txBody>
          <a:bodyPr/>
          <a:lstStyle/>
          <a:p>
            <a:r>
              <a:rPr lang="nl-NL" dirty="0"/>
              <a:t>Kwalitatieve analyse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CC1EB-B975-EAD9-E8A1-841B0F0AF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Basis: de uitkomsten van je data verzameling</a:t>
            </a:r>
          </a:p>
          <a:p>
            <a:r>
              <a:rPr lang="nl-NL" dirty="0"/>
              <a:t>Doel: het schetsen van dat beeld</a:t>
            </a:r>
          </a:p>
          <a:p>
            <a:endParaRPr lang="nl-NL" dirty="0"/>
          </a:p>
          <a:p>
            <a:r>
              <a:rPr lang="nl-NL" dirty="0"/>
              <a:t>Aanpak:</a:t>
            </a:r>
          </a:p>
          <a:p>
            <a:pPr marL="457200" indent="-457200">
              <a:buFont typeface="+mj-lt"/>
              <a:buAutoNum type="arabicPeriod"/>
            </a:pPr>
            <a:r>
              <a:rPr lang="nl-NL" dirty="0"/>
              <a:t>Stel de gewenste weergave(n) vast</a:t>
            </a:r>
          </a:p>
          <a:p>
            <a:pPr marL="457200" indent="-457200">
              <a:buFont typeface="+mj-lt"/>
              <a:buAutoNum type="arabicPeriod"/>
            </a:pPr>
            <a:r>
              <a:rPr lang="nl-NL" dirty="0"/>
              <a:t>Abstraheer uitkomsten</a:t>
            </a:r>
          </a:p>
          <a:p>
            <a:pPr marL="457200" indent="-457200">
              <a:buFont typeface="+mj-lt"/>
              <a:buAutoNum type="arabicPeriod"/>
            </a:pPr>
            <a:r>
              <a:rPr lang="nl-NL" dirty="0"/>
              <a:t>Maak weergave</a:t>
            </a:r>
          </a:p>
          <a:p>
            <a:pPr marL="457200" indent="-457200">
              <a:buFont typeface="+mj-lt"/>
              <a:buAutoNum type="arabicPeriod"/>
            </a:pPr>
            <a:r>
              <a:rPr lang="nl-NL" dirty="0"/>
              <a:t>(Verfraai de weergave tot visualisatie)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9E8034-91D3-2CC7-7A24-0320C2FCB6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12700">
              <a:lnSpc>
                <a:spcPts val="1535"/>
              </a:lnSpc>
            </a:pPr>
            <a:r>
              <a:rPr lang="nl-NL"/>
              <a:t>DEDS HC1-3: Kwalitatief data Verzamelen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2A568-907E-1C15-7769-FA30DF965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68BC35B1-DB37-4D69-B23B-4C9E9B475BB5}" type="slidenum">
              <a:rPr lang="en-GB" smtClean="0"/>
              <a:pPr marL="25400">
                <a:lnSpc>
                  <a:spcPts val="1425"/>
                </a:lnSpc>
              </a:pPr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3069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1948F-ED3F-79E6-DB59-EAAA46704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940" y="1217403"/>
            <a:ext cx="7114540" cy="428835"/>
          </a:xfrm>
        </p:spPr>
        <p:txBody>
          <a:bodyPr/>
          <a:lstStyle/>
          <a:p>
            <a:r>
              <a:rPr lang="nl-NL" dirty="0"/>
              <a:t>Weergaven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B73BAE-0785-B6BB-AD24-12FA68979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12700">
              <a:lnSpc>
                <a:spcPts val="1535"/>
              </a:lnSpc>
            </a:pPr>
            <a:r>
              <a:rPr lang="nl-NL"/>
              <a:t>DEDS HC1-3: Kwalitatief data Verzamelen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E983D1-9F65-755E-B744-41BD5540C8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68BC35B1-DB37-4D69-B23B-4C9E9B475BB5}" type="slidenum">
              <a:rPr lang="en-GB" smtClean="0"/>
              <a:pPr marL="25400">
                <a:lnSpc>
                  <a:spcPts val="1425"/>
                </a:lnSpc>
              </a:pPr>
              <a:t>4</a:t>
            </a:fld>
            <a:endParaRPr lang="en-GB" dirty="0"/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EC6AA9F-CF89-1C69-D2B8-A315752CE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0" y="2203450"/>
            <a:ext cx="4953000" cy="2451100"/>
          </a:xfrm>
          <a:prstGeom prst="rect">
            <a:avLst/>
          </a:prstGeom>
        </p:spPr>
      </p:pic>
      <p:pic>
        <p:nvPicPr>
          <p:cNvPr id="9" name="Picture 8" descr="Text, timeline&#10;&#10;Description automatically generated">
            <a:extLst>
              <a:ext uri="{FF2B5EF4-FFF2-40B4-BE49-F238E27FC236}">
                <a16:creationId xmlns:a16="http://schemas.microsoft.com/office/drawing/2014/main" id="{F9FF851C-5461-E9CF-B72B-336E960086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655" y="150000"/>
            <a:ext cx="7576689" cy="6858000"/>
          </a:xfrm>
          <a:prstGeom prst="rect">
            <a:avLst/>
          </a:prstGeom>
        </p:spPr>
      </p:pic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975D097F-9BC0-30F7-5C5F-30C1C1EE79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400" y="1811300"/>
            <a:ext cx="7772400" cy="3810494"/>
          </a:xfrm>
          <a:prstGeom prst="rect">
            <a:avLst/>
          </a:prstGeom>
        </p:spPr>
      </p:pic>
      <p:pic>
        <p:nvPicPr>
          <p:cNvPr id="13" name="Picture 12" descr="Timeline&#10;&#10;Description automatically generated">
            <a:extLst>
              <a:ext uri="{FF2B5EF4-FFF2-40B4-BE49-F238E27FC236}">
                <a16:creationId xmlns:a16="http://schemas.microsoft.com/office/drawing/2014/main" id="{EDF6BB92-4941-0781-74ED-798E58738F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850" y="672250"/>
            <a:ext cx="7772400" cy="4734694"/>
          </a:xfrm>
          <a:prstGeom prst="rect">
            <a:avLst/>
          </a:prstGeom>
        </p:spPr>
      </p:pic>
      <p:pic>
        <p:nvPicPr>
          <p:cNvPr id="15" name="Picture 14" descr="Text&#10;&#10;Description automatically generated">
            <a:extLst>
              <a:ext uri="{FF2B5EF4-FFF2-40B4-BE49-F238E27FC236}">
                <a16:creationId xmlns:a16="http://schemas.microsoft.com/office/drawing/2014/main" id="{2911833E-DC88-A381-3D8E-AD0EAB4764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9000" y="1082600"/>
            <a:ext cx="7772400" cy="5816763"/>
          </a:xfrm>
          <a:prstGeom prst="rect">
            <a:avLst/>
          </a:prstGeom>
        </p:spPr>
      </p:pic>
      <p:pic>
        <p:nvPicPr>
          <p:cNvPr id="17" name="Picture 16" descr="Chart, bubble chart&#10;&#10;Description automatically generated">
            <a:extLst>
              <a:ext uri="{FF2B5EF4-FFF2-40B4-BE49-F238E27FC236}">
                <a16:creationId xmlns:a16="http://schemas.microsoft.com/office/drawing/2014/main" id="{05E3AD70-E295-AA38-884C-7C7CF25385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500" y="1613600"/>
            <a:ext cx="3937000" cy="5130800"/>
          </a:xfrm>
          <a:prstGeom prst="rect">
            <a:avLst/>
          </a:prstGeom>
        </p:spPr>
      </p:pic>
      <p:pic>
        <p:nvPicPr>
          <p:cNvPr id="19" name="Picture 18" descr="Timeline&#10;&#10;Description automatically generated with medium confidence">
            <a:extLst>
              <a:ext uri="{FF2B5EF4-FFF2-40B4-BE49-F238E27FC236}">
                <a16:creationId xmlns:a16="http://schemas.microsoft.com/office/drawing/2014/main" id="{23595073-EABE-8BEF-2A57-D681D82661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550" y="2893900"/>
            <a:ext cx="6438900" cy="2870200"/>
          </a:xfrm>
          <a:prstGeom prst="rect">
            <a:avLst/>
          </a:prstGeom>
        </p:spPr>
      </p:pic>
      <p:pic>
        <p:nvPicPr>
          <p:cNvPr id="21" name="Picture 20" descr="Diagram&#10;&#10;Description automatically generated">
            <a:extLst>
              <a:ext uri="{FF2B5EF4-FFF2-40B4-BE49-F238E27FC236}">
                <a16:creationId xmlns:a16="http://schemas.microsoft.com/office/drawing/2014/main" id="{0583B89B-DE22-F347-7ECC-21561A4D010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7350" y="1215100"/>
            <a:ext cx="3797300" cy="6527800"/>
          </a:xfrm>
          <a:prstGeom prst="rect">
            <a:avLst/>
          </a:prstGeom>
        </p:spPr>
      </p:pic>
      <p:pic>
        <p:nvPicPr>
          <p:cNvPr id="23" name="Picture 22" descr="Timeline&#10;&#10;Description automatically generated">
            <a:extLst>
              <a:ext uri="{FF2B5EF4-FFF2-40B4-BE49-F238E27FC236}">
                <a16:creationId xmlns:a16="http://schemas.microsoft.com/office/drawing/2014/main" id="{7E4FCE0F-33D5-5174-458B-8EA4199C5F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800" y="3060550"/>
            <a:ext cx="6502400" cy="3136900"/>
          </a:xfrm>
          <a:prstGeom prst="rect">
            <a:avLst/>
          </a:prstGeom>
        </p:spPr>
      </p:pic>
      <p:pic>
        <p:nvPicPr>
          <p:cNvPr id="25" name="Picture 24" descr="Table&#10;&#10;Description automatically generated">
            <a:extLst>
              <a:ext uri="{FF2B5EF4-FFF2-40B4-BE49-F238E27FC236}">
                <a16:creationId xmlns:a16="http://schemas.microsoft.com/office/drawing/2014/main" id="{BD56471C-790A-812A-1130-3F2A55ADAB0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200" y="1604000"/>
            <a:ext cx="7772400" cy="4582783"/>
          </a:xfrm>
          <a:prstGeom prst="rect">
            <a:avLst/>
          </a:prstGeom>
        </p:spPr>
      </p:pic>
      <p:pic>
        <p:nvPicPr>
          <p:cNvPr id="27" name="Picture 26" descr="Diagram&#10;&#10;Description automatically generated">
            <a:extLst>
              <a:ext uri="{FF2B5EF4-FFF2-40B4-BE49-F238E27FC236}">
                <a16:creationId xmlns:a16="http://schemas.microsoft.com/office/drawing/2014/main" id="{23379108-EAEA-59A9-18AD-D9C0690E676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998" y="2236302"/>
            <a:ext cx="5355138" cy="376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5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42745-4D25-BFE6-0BB7-500C38753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940" y="1217403"/>
            <a:ext cx="7114540" cy="428835"/>
          </a:xfrm>
        </p:spPr>
        <p:txBody>
          <a:bodyPr/>
          <a:lstStyle/>
          <a:p>
            <a:r>
              <a:rPr lang="nl-NL" dirty="0" err="1"/>
              <a:t>Mindmap</a:t>
            </a:r>
            <a:endParaRPr lang="nl-NL" dirty="0"/>
          </a:p>
        </p:txBody>
      </p:sp>
      <p:pic>
        <p:nvPicPr>
          <p:cNvPr id="7" name="Content Placeholder 6" descr="Shape, circle&#10;&#10;Description automatically generated">
            <a:extLst>
              <a:ext uri="{FF2B5EF4-FFF2-40B4-BE49-F238E27FC236}">
                <a16:creationId xmlns:a16="http://schemas.microsoft.com/office/drawing/2014/main" id="{BD29D3DC-9318-598F-C724-9B784600B2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077" y="3860626"/>
            <a:ext cx="2260748" cy="1883957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61F16E-45C7-4E39-7308-DF32EBF18A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12700">
              <a:lnSpc>
                <a:spcPts val="1535"/>
              </a:lnSpc>
            </a:pPr>
            <a:r>
              <a:rPr lang="nl-NL"/>
              <a:t>DEDS HC1-3: Kwalitatief data Verzamelen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4DAFC-8F0C-9413-F764-BA22E42D9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68BC35B1-DB37-4D69-B23B-4C9E9B475BB5}" type="slidenum">
              <a:rPr lang="en-GB" smtClean="0"/>
              <a:pPr marL="25400">
                <a:lnSpc>
                  <a:spcPts val="1425"/>
                </a:lnSpc>
              </a:pPr>
              <a:t>5</a:t>
            </a:fld>
            <a:endParaRPr lang="en-GB" dirty="0"/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C6190A17-D856-4120-E375-66F48C4F3F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077" y="2504203"/>
            <a:ext cx="2261026" cy="1251175"/>
          </a:xfrm>
          <a:prstGeom prst="rect">
            <a:avLst/>
          </a:prstGeom>
        </p:spPr>
      </p:pic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E6B7C67C-AF34-EEE9-095F-15EE50A324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433" y="977685"/>
            <a:ext cx="2161670" cy="142127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0D2AC5F-2D5A-1DA7-D47C-FC96E2196F14}"/>
              </a:ext>
            </a:extLst>
          </p:cNvPr>
          <p:cNvSpPr txBox="1">
            <a:spLocks/>
          </p:cNvSpPr>
          <p:nvPr/>
        </p:nvSpPr>
        <p:spPr>
          <a:xfrm>
            <a:off x="2425940" y="2070299"/>
            <a:ext cx="7114540" cy="3985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36575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09625" indent="-27305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73150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4613" indent="-271463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Visualisatie</a:t>
            </a:r>
          </a:p>
          <a:p>
            <a:pPr lvl="1"/>
            <a:r>
              <a:rPr lang="nl-NL" dirty="0"/>
              <a:t>Voor iedereen herkenbaar</a:t>
            </a:r>
          </a:p>
          <a:p>
            <a:pPr lvl="1"/>
            <a:r>
              <a:rPr lang="nl-NL" dirty="0"/>
              <a:t>Makkelijk te verfraaien</a:t>
            </a:r>
          </a:p>
          <a:p>
            <a:r>
              <a:rPr lang="nl-NL" dirty="0"/>
              <a:t>Goede opmaat voor operationaliseren (kwantitatieve voorbereiding)</a:t>
            </a:r>
          </a:p>
          <a:p>
            <a:r>
              <a:rPr lang="nl-NL" dirty="0"/>
              <a:t>Achterliggende analyseproces herkenbaar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7114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B493-68D7-B821-6D68-CF3A24B78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940" y="1217403"/>
            <a:ext cx="7114540" cy="428835"/>
          </a:xfrm>
        </p:spPr>
        <p:txBody>
          <a:bodyPr/>
          <a:lstStyle/>
          <a:p>
            <a:r>
              <a:rPr lang="nl-NL" dirty="0"/>
              <a:t>Analyse: </a:t>
            </a:r>
            <a:r>
              <a:rPr lang="nl-NL" dirty="0" err="1"/>
              <a:t>Grounded</a:t>
            </a:r>
            <a:r>
              <a:rPr lang="nl-NL" dirty="0"/>
              <a:t> </a:t>
            </a:r>
            <a:r>
              <a:rPr lang="nl-NL" dirty="0" err="1"/>
              <a:t>Theory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4A9A7-4533-0156-D259-0914F3CAD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Achterliggende gedachte:</a:t>
            </a:r>
            <a:br>
              <a:rPr lang="nl-NL" dirty="0"/>
            </a:br>
            <a:r>
              <a:rPr lang="nl-NL" dirty="0"/>
              <a:t>Theorievorming (het gewenste ‘beeld’) is opgebouwd uit feiten vanuit je dataverzameling</a:t>
            </a:r>
          </a:p>
          <a:p>
            <a:r>
              <a:rPr lang="nl-NL" dirty="0"/>
              <a:t>Stapje voor stapje van feiten naar theorie</a:t>
            </a:r>
          </a:p>
          <a:p>
            <a:pPr lvl="1"/>
            <a:r>
              <a:rPr lang="nl-NL" dirty="0"/>
              <a:t>Bij elke stap meer interpretatie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453A6E-D5E2-9BFE-57E1-6BC257E39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12700">
              <a:lnSpc>
                <a:spcPts val="1535"/>
              </a:lnSpc>
            </a:pPr>
            <a:r>
              <a:rPr lang="nl-NL"/>
              <a:t>DEDS HC1-3: Kwalitatief data Verzamelen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8D9BB3-961B-B0C1-F7DC-AA3EE80A3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68BC35B1-DB37-4D69-B23B-4C9E9B475BB5}" type="slidenum">
              <a:rPr lang="en-GB" smtClean="0"/>
              <a:pPr marL="25400">
                <a:lnSpc>
                  <a:spcPts val="1425"/>
                </a:lnSpc>
              </a:pPr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6753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1AE3F-8009-2CCB-9998-D80415448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940" y="1217403"/>
            <a:ext cx="7114540" cy="428835"/>
          </a:xfrm>
        </p:spPr>
        <p:txBody>
          <a:bodyPr/>
          <a:lstStyle/>
          <a:p>
            <a:r>
              <a:rPr lang="nl-NL" dirty="0"/>
              <a:t>Stappenplan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1E34E-D70C-6C0C-64CB-F05C28C3B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nl-NL" dirty="0"/>
              <a:t>Fragmenteren &amp; traceren</a:t>
            </a:r>
          </a:p>
          <a:p>
            <a:pPr marL="457200" indent="-457200">
              <a:buFont typeface="+mj-lt"/>
              <a:buAutoNum type="arabicPeriod"/>
            </a:pPr>
            <a:r>
              <a:rPr lang="nl-NL" dirty="0"/>
              <a:t>Coderen &amp; waarderen</a:t>
            </a:r>
          </a:p>
          <a:p>
            <a:pPr marL="457200" indent="-457200">
              <a:buFont typeface="+mj-lt"/>
              <a:buAutoNum type="arabicPeriod"/>
            </a:pPr>
            <a:r>
              <a:rPr lang="nl-NL" dirty="0"/>
              <a:t>Groeperen (Axiaal coderen)</a:t>
            </a:r>
          </a:p>
          <a:p>
            <a:pPr marL="457200" indent="-457200">
              <a:buFont typeface="+mj-lt"/>
              <a:buAutoNum type="arabicPeriod"/>
            </a:pPr>
            <a:r>
              <a:rPr lang="nl-NL" dirty="0"/>
              <a:t>Selectief coderen</a:t>
            </a:r>
          </a:p>
          <a:p>
            <a:pPr marL="457200" indent="-457200">
              <a:buFont typeface="+mj-lt"/>
              <a:buAutoNum type="arabicPeriod"/>
            </a:pPr>
            <a:r>
              <a:rPr lang="nl-NL" dirty="0"/>
              <a:t>Weergave produceren</a:t>
            </a:r>
          </a:p>
          <a:p>
            <a:pPr marL="457200" indent="-457200">
              <a:buFont typeface="+mj-lt"/>
              <a:buAutoNum type="arabicPeriod"/>
            </a:pPr>
            <a:r>
              <a:rPr lang="nl-NL" dirty="0"/>
              <a:t>Toelichten</a:t>
            </a:r>
          </a:p>
          <a:p>
            <a:pPr marL="457200" indent="-457200">
              <a:buFont typeface="+mj-lt"/>
              <a:buAutoNum type="arabicPeriod"/>
            </a:pPr>
            <a:r>
              <a:rPr lang="nl-NL" dirty="0"/>
              <a:t>Ondersteunen</a:t>
            </a:r>
          </a:p>
          <a:p>
            <a:pPr marL="457200" indent="-457200">
              <a:buFont typeface="+mj-lt"/>
              <a:buAutoNum type="arabicPeriod"/>
            </a:pPr>
            <a:endParaRPr lang="nl-NL" dirty="0"/>
          </a:p>
          <a:p>
            <a:pPr marL="457200" indent="-457200">
              <a:buFont typeface="+mj-lt"/>
              <a:buAutoNum type="arabicPeriod"/>
            </a:pPr>
            <a:endParaRPr lang="nl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773F2C-AA22-A68E-AFE7-D2C96CB4C7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12700">
              <a:lnSpc>
                <a:spcPts val="1535"/>
              </a:lnSpc>
            </a:pPr>
            <a:r>
              <a:rPr lang="nl-NL"/>
              <a:t>DEDS HC1-3: Kwalitatief data Verzamelen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39E4AA-AB6C-17EC-C2BB-6A9BD1192D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68BC35B1-DB37-4D69-B23B-4C9E9B475BB5}" type="slidenum">
              <a:rPr lang="en-GB" smtClean="0"/>
              <a:pPr marL="25400">
                <a:lnSpc>
                  <a:spcPts val="1425"/>
                </a:lnSpc>
              </a:pPr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0423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7B54A-9106-EB06-C175-76C629F52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940" y="1217403"/>
            <a:ext cx="7114540" cy="428835"/>
          </a:xfrm>
        </p:spPr>
        <p:txBody>
          <a:bodyPr/>
          <a:lstStyle/>
          <a:p>
            <a:r>
              <a:rPr lang="nl-NL" dirty="0" err="1"/>
              <a:t>Fergmenteren</a:t>
            </a:r>
            <a:r>
              <a:rPr lang="nl-NL" dirty="0"/>
              <a:t> &amp; Traceren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A9C1E-A6AE-1D6E-BFC5-5F951C264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nl-NL" dirty="0"/>
              <a:t>Pak de uitkomsten</a:t>
            </a:r>
          </a:p>
          <a:p>
            <a:pPr marL="457200" indent="-457200">
              <a:buFont typeface="+mj-lt"/>
              <a:buAutoNum type="arabicPeriod"/>
            </a:pPr>
            <a:r>
              <a:rPr lang="nl-NL" dirty="0"/>
              <a:t>Verdeel deze in informatie elementen / fragmenten</a:t>
            </a:r>
          </a:p>
          <a:p>
            <a:pPr marL="765175" lvl="1" indent="-457200">
              <a:buFont typeface="+mj-lt"/>
              <a:buAutoNum type="arabicPeriod"/>
            </a:pPr>
            <a:r>
              <a:rPr lang="nl-NL" dirty="0"/>
              <a:t>Observatie: losse observaties?</a:t>
            </a:r>
          </a:p>
          <a:p>
            <a:pPr marL="765175" lvl="1" indent="-457200">
              <a:buFont typeface="+mj-lt"/>
              <a:buAutoNum type="arabicPeriod"/>
            </a:pPr>
            <a:r>
              <a:rPr lang="nl-NL" dirty="0"/>
              <a:t>Interviews: alles gescheiden door vragen en stiltes?</a:t>
            </a:r>
          </a:p>
          <a:p>
            <a:pPr marL="457200" indent="-457200">
              <a:buFont typeface="+mj-lt"/>
              <a:buAutoNum type="arabicPeriod"/>
            </a:pPr>
            <a:r>
              <a:rPr lang="nl-NL" dirty="0"/>
              <a:t>Onderhoud de link tussen de elementen en ‘het origineel’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64343-CA05-2816-1690-14EED5CBB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12700">
              <a:lnSpc>
                <a:spcPts val="1535"/>
              </a:lnSpc>
            </a:pPr>
            <a:r>
              <a:rPr lang="nl-NL"/>
              <a:t>DEDS HC1-3: Kwalitatief data Verzamelen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478D3E-0E69-0A90-D055-6B77B0F09A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68BC35B1-DB37-4D69-B23B-4C9E9B475BB5}" type="slidenum">
              <a:rPr lang="en-GB" smtClean="0"/>
              <a:pPr marL="25400">
                <a:lnSpc>
                  <a:spcPts val="1425"/>
                </a:lnSpc>
              </a:pPr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884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FF8F0-0537-768B-8320-AD78B92E6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940" y="1217403"/>
            <a:ext cx="7114540" cy="428835"/>
          </a:xfrm>
        </p:spPr>
        <p:txBody>
          <a:bodyPr/>
          <a:lstStyle/>
          <a:p>
            <a:r>
              <a:rPr lang="nl-NL" dirty="0"/>
              <a:t>Coderen en waarderen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4AFD2-65D1-07AA-CC1C-9A77E6A70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Data reductieslag</a:t>
            </a:r>
          </a:p>
          <a:p>
            <a:r>
              <a:rPr lang="nl-NL" dirty="0"/>
              <a:t>Koppel aan elke fragment een zeer beperkt aantal termen (codes, liefst één) die de lading van het fragment dekt</a:t>
            </a:r>
          </a:p>
          <a:p>
            <a:r>
              <a:rPr lang="nl-NL" dirty="0"/>
              <a:t>Geef indien nodig een waardering (positief / negatief, belangrijk / tussendoor opmerking)</a:t>
            </a:r>
          </a:p>
          <a:p>
            <a:r>
              <a:rPr lang="nl-NL" dirty="0"/>
              <a:t>Blijf traceren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C5E2E6-8F35-1FC2-9D48-C9E364EC8D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12700">
              <a:lnSpc>
                <a:spcPts val="1535"/>
              </a:lnSpc>
            </a:pPr>
            <a:r>
              <a:rPr lang="nl-NL"/>
              <a:t>DEDS HC1-3: Kwalitatief data Verzamelen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5196B-8EF2-6140-8DF0-227FDFA0C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68BC35B1-DB37-4D69-B23B-4C9E9B475BB5}" type="slidenum">
              <a:rPr lang="en-GB" smtClean="0"/>
              <a:pPr marL="25400">
                <a:lnSpc>
                  <a:spcPts val="1425"/>
                </a:lnSpc>
              </a:pPr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3155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2E2BC-728F-1CB9-92FA-C2A5EE120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940" y="1217403"/>
            <a:ext cx="7114540" cy="428835"/>
          </a:xfrm>
        </p:spPr>
        <p:txBody>
          <a:bodyPr/>
          <a:lstStyle/>
          <a:p>
            <a:r>
              <a:rPr lang="nl-NL" dirty="0"/>
              <a:t>Groeperen (axiaal coderen)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4E74B-BDFD-CE6E-3300-51F62E7AD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Data reductieslag</a:t>
            </a:r>
          </a:p>
          <a:p>
            <a:r>
              <a:rPr lang="nl-NL" dirty="0"/>
              <a:t>Breng aan elkaar gerelateerde codes onder in een groep</a:t>
            </a:r>
          </a:p>
          <a:p>
            <a:r>
              <a:rPr lang="nl-NL" dirty="0"/>
              <a:t>Blijf traceren</a:t>
            </a:r>
          </a:p>
          <a:p>
            <a:r>
              <a:rPr lang="nl-NL" dirty="0"/>
              <a:t>Eventueel: coaxiaal coderen = links aanbrengen tussen groepen of fragmenten in verschillende groepen</a:t>
            </a:r>
          </a:p>
          <a:p>
            <a:endParaRPr lang="nl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5DBCCA-CDA6-723A-8D22-16F03271B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12700">
              <a:lnSpc>
                <a:spcPts val="1535"/>
              </a:lnSpc>
            </a:pPr>
            <a:r>
              <a:rPr lang="nl-NL"/>
              <a:t>DEDS HC1-3: Kwalitatief data Verzamelen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0CF125-4FB0-4710-831E-09701483E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68BC35B1-DB37-4D69-B23B-4C9E9B475BB5}" type="slidenum">
              <a:rPr lang="en-GB" smtClean="0"/>
              <a:pPr marL="25400">
                <a:lnSpc>
                  <a:spcPts val="1425"/>
                </a:lnSpc>
              </a:pPr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6308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BFA85-1998-6E19-16F8-585AC0107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940" y="1217403"/>
            <a:ext cx="7114540" cy="428835"/>
          </a:xfrm>
        </p:spPr>
        <p:txBody>
          <a:bodyPr/>
          <a:lstStyle/>
          <a:p>
            <a:r>
              <a:rPr lang="nl-NL" dirty="0"/>
              <a:t>Selectief coderen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20201-C5D4-5B92-62E1-CA8FD2790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Breng de groepen onder in verdere hiërarchie</a:t>
            </a:r>
          </a:p>
          <a:p>
            <a:r>
              <a:rPr lang="nl-NL" dirty="0"/>
              <a:t>Richtlijn: hoe kijken we vanuit de oorspronkelijke vraag naar de groepen</a:t>
            </a:r>
          </a:p>
          <a:p>
            <a:r>
              <a:rPr lang="nl-NL" dirty="0"/>
              <a:t>Eindpunt: de hoofdterm, hoofdvraag</a:t>
            </a:r>
          </a:p>
          <a:p>
            <a:r>
              <a:rPr lang="nl-NL" dirty="0"/>
              <a:t>Intelligentie nodig!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25641A-77C6-1572-F2E3-9A626582E0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12700">
              <a:lnSpc>
                <a:spcPts val="1535"/>
              </a:lnSpc>
            </a:pPr>
            <a:r>
              <a:rPr lang="nl-NL"/>
              <a:t>DEDS HC1-3: Kwalitatief data Verzamelen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DCCCD8-C7BE-855E-FEC1-68E00F84FD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68BC35B1-DB37-4D69-B23B-4C9E9B475BB5}" type="slidenum">
              <a:rPr lang="en-GB" smtClean="0"/>
              <a:pPr marL="25400">
                <a:lnSpc>
                  <a:spcPts val="1425"/>
                </a:lnSpc>
              </a:pPr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2415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4A417-C17A-4720-4209-97122CE19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940" y="1217403"/>
            <a:ext cx="7114540" cy="428835"/>
          </a:xfrm>
        </p:spPr>
        <p:txBody>
          <a:bodyPr/>
          <a:lstStyle/>
          <a:p>
            <a:r>
              <a:rPr lang="nl-NL" dirty="0"/>
              <a:t>Toelichten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626AF-ECAC-876C-8198-DFF5838DE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Schrijf een begeleiden tekst die toelicht wat de lezer ziet:</a:t>
            </a:r>
          </a:p>
          <a:p>
            <a:pPr lvl="1"/>
            <a:r>
              <a:rPr lang="nl-NL" dirty="0"/>
              <a:t>Belangrijke ‘conclusies’</a:t>
            </a:r>
          </a:p>
          <a:p>
            <a:pPr lvl="1"/>
            <a:r>
              <a:rPr lang="nl-NL" dirty="0"/>
              <a:t>Opvallende verbanden</a:t>
            </a:r>
          </a:p>
          <a:p>
            <a:pPr lvl="1"/>
            <a:r>
              <a:rPr lang="nl-NL" dirty="0"/>
              <a:t>Hoe ben je tot de selectieve codering gekomen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28D9C-E00E-0C4B-8FDA-17F071CAC5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12700">
              <a:lnSpc>
                <a:spcPts val="1535"/>
              </a:lnSpc>
            </a:pPr>
            <a:r>
              <a:rPr lang="nl-NL"/>
              <a:t>DEDS HC1-3: Kwalitatief data Verzamelen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82CB5E-EDDC-A623-CD35-38B11E9623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68BC35B1-DB37-4D69-B23B-4C9E9B475BB5}" type="slidenum">
              <a:rPr lang="en-GB" smtClean="0"/>
              <a:pPr marL="25400">
                <a:lnSpc>
                  <a:spcPts val="1425"/>
                </a:lnSpc>
              </a:pPr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1841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BABBB-A7B7-7CC7-0F1B-D929537F3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940" y="1217403"/>
            <a:ext cx="7114540" cy="428835"/>
          </a:xfrm>
        </p:spPr>
        <p:txBody>
          <a:bodyPr/>
          <a:lstStyle/>
          <a:p>
            <a:r>
              <a:rPr lang="nl-NL" dirty="0"/>
              <a:t>Ondersteunen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D4E1A-94C5-ED7D-E2DA-77AE0209C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Ondersteun je begeleidende tekst (of plaatje!) met oorspronkelijke fragmenten / voorbeelden</a:t>
            </a:r>
          </a:p>
          <a:p>
            <a:pPr lvl="1"/>
            <a:r>
              <a:rPr lang="nl-NL" dirty="0"/>
              <a:t>Om het te laten leven</a:t>
            </a:r>
          </a:p>
          <a:p>
            <a:pPr lvl="1"/>
            <a:r>
              <a:rPr lang="nl-NL" dirty="0"/>
              <a:t>Om de opdrachtgever een detailbeeld te presenteren</a:t>
            </a:r>
          </a:p>
          <a:p>
            <a:pPr lvl="1"/>
            <a:r>
              <a:rPr lang="nl-NL" dirty="0"/>
              <a:t>Om een soort van bewijs te geven van de oorsprong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1DCF03-93C8-BAE6-3CD1-DB0B56F7A6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12700">
              <a:lnSpc>
                <a:spcPts val="1535"/>
              </a:lnSpc>
            </a:pPr>
            <a:r>
              <a:rPr lang="nl-NL"/>
              <a:t>DEDS HC1-3: Kwalitatief data Verzamelen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93E42-6001-E2B9-EC7C-26237288A0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68BC35B1-DB37-4D69-B23B-4C9E9B475BB5}" type="slidenum">
              <a:rPr lang="en-GB" smtClean="0"/>
              <a:pPr marL="25400">
                <a:lnSpc>
                  <a:spcPts val="1425"/>
                </a:lnSpc>
              </a:pPr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8574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F7C18-ED95-1FFA-E47D-4CC83A1E7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940" y="1217403"/>
            <a:ext cx="7114540" cy="428835"/>
          </a:xfrm>
        </p:spPr>
        <p:txBody>
          <a:bodyPr/>
          <a:lstStyle/>
          <a:p>
            <a:r>
              <a:rPr lang="nl-NL" dirty="0"/>
              <a:t>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00793-E8E9-4E9B-1115-EB3543DCC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 err="1"/>
              <a:t>https</a:t>
            </a:r>
            <a:r>
              <a:rPr lang="nl-NL" dirty="0"/>
              <a:t>://</a:t>
            </a:r>
            <a:r>
              <a:rPr lang="nl-NL" dirty="0" err="1"/>
              <a:t>youtu.be</a:t>
            </a:r>
            <a:r>
              <a:rPr lang="nl-NL" dirty="0"/>
              <a:t>/F8TjKgpfKhI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3DA3A2-9FF1-2C7C-FDDC-0F8892808A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12700">
              <a:lnSpc>
                <a:spcPts val="1535"/>
              </a:lnSpc>
            </a:pPr>
            <a:r>
              <a:rPr lang="nl-NL"/>
              <a:t>DEDS HC1-3: Kwalitatief data Verzamelen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86FE82-AC18-AC44-918D-DA8C2355E5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25400">
              <a:lnSpc>
                <a:spcPts val="1425"/>
              </a:lnSpc>
            </a:pPr>
            <a:fld id="{68BC35B1-DB37-4D69-B23B-4C9E9B475BB5}" type="slidenum">
              <a:rPr lang="en-GB" smtClean="0"/>
              <a:pPr marL="25400">
                <a:lnSpc>
                  <a:spcPts val="1425"/>
                </a:lnSpc>
              </a:pPr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9088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154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2e7eb5fd271471ceb031aa7637231df710576e42"/>
</p:tagLst>
</file>

<file path=ppt/theme/theme1.xml><?xml version="1.0" encoding="utf-8"?>
<a:theme xmlns:a="http://schemas.openxmlformats.org/drawingml/2006/main" name="Kantoorthema">
  <a:themeElements>
    <a:clrScheme name="HHS">
      <a:dk1>
        <a:sysClr val="windowText" lastClr="000000"/>
      </a:dk1>
      <a:lt1>
        <a:sysClr val="window" lastClr="FFFFFF"/>
      </a:lt1>
      <a:dk2>
        <a:srgbClr val="213343"/>
      </a:dk2>
      <a:lt2>
        <a:srgbClr val="E7E6E6"/>
      </a:lt2>
      <a:accent1>
        <a:srgbClr val="9EA700"/>
      </a:accent1>
      <a:accent2>
        <a:srgbClr val="213343"/>
      </a:accent2>
      <a:accent3>
        <a:srgbClr val="9EA700"/>
      </a:accent3>
      <a:accent4>
        <a:srgbClr val="213343"/>
      </a:accent4>
      <a:accent5>
        <a:srgbClr val="9EA700"/>
      </a:accent5>
      <a:accent6>
        <a:srgbClr val="213343"/>
      </a:accent6>
      <a:hlink>
        <a:srgbClr val="213343"/>
      </a:hlink>
      <a:folHlink>
        <a:srgbClr val="213343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defRPr sz="2000" dirty="0" smtClean="0">
            <a:solidFill>
              <a:srgbClr val="213343"/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HS-ppt-template-NL-16x9" id="{088E9C5B-7272-814F-B966-5AFBBEBA7DAA}" vid="{777E0F1A-08F6-7F4C-9C2F-E163E2249B97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69D13FFC5C7A4C8E8F8F4D202D83D0" ma:contentTypeVersion="14" ma:contentTypeDescription="Een nieuw document maken." ma:contentTypeScope="" ma:versionID="b60ea492a1d08ae6c36b4241a7c079d7">
  <xsd:schema xmlns:xsd="http://www.w3.org/2001/XMLSchema" xmlns:xs="http://www.w3.org/2001/XMLSchema" xmlns:p="http://schemas.microsoft.com/office/2006/metadata/properties" xmlns:ns2="32f5a426-4411-422f-b9c8-9b9c919dd02d" xmlns:ns3="597a471e-0b75-4fc5-bc4a-75c43d0a6ad2" xmlns:ns4="d11bdb94-d558-4ffe-a4b0-092cbde21480" targetNamespace="http://schemas.microsoft.com/office/2006/metadata/properties" ma:root="true" ma:fieldsID="4c3003af0b498acaeff3004c80da9a18" ns2:_="" ns3:_="" ns4:_="">
    <xsd:import namespace="32f5a426-4411-422f-b9c8-9b9c919dd02d"/>
    <xsd:import namespace="597a471e-0b75-4fc5-bc4a-75c43d0a6ad2"/>
    <xsd:import namespace="d11bdb94-d558-4ffe-a4b0-092cbde214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f5a426-4411-422f-b9c8-9b9c919dd0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Afbeeldingtags" ma:readOnly="false" ma:fieldId="{5cf76f15-5ced-4ddc-b409-7134ff3c332f}" ma:taxonomyMulti="true" ma:sspId="9cfe35b6-4a65-43a7-bc9f-cf1ea54c88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7a471e-0b75-4fc5-bc4a-75c43d0a6ad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1bdb94-d558-4ffe-a4b0-092cbde2148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26a33bc-5304-44c1-9510-c7646694e7db}" ma:internalName="TaxCatchAll" ma:showField="CatchAllData" ma:web="597a471e-0b75-4fc5-bc4a-75c43d0a6a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2f5a426-4411-422f-b9c8-9b9c919dd02d">
      <Terms xmlns="http://schemas.microsoft.com/office/infopath/2007/PartnerControls"/>
    </lcf76f155ced4ddcb4097134ff3c332f>
    <TaxCatchAll xmlns="d11bdb94-d558-4ffe-a4b0-092cbde21480" xsi:nil="true"/>
  </documentManagement>
</p:properties>
</file>

<file path=customXml/itemProps1.xml><?xml version="1.0" encoding="utf-8"?>
<ds:datastoreItem xmlns:ds="http://schemas.openxmlformats.org/officeDocument/2006/customXml" ds:itemID="{1ACABF15-C125-41A8-A5FE-CD34DF74225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F2C37F-D2DF-43E4-B5D5-8D431DF928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f5a426-4411-422f-b9c8-9b9c919dd02d"/>
    <ds:schemaRef ds:uri="597a471e-0b75-4fc5-bc4a-75c43d0a6ad2"/>
    <ds:schemaRef ds:uri="d11bdb94-d558-4ffe-a4b0-092cbde214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21092C5-3499-4781-8CAD-7BF33C98AEE7}">
  <ds:schemaRefs>
    <ds:schemaRef ds:uri="http://schemas.microsoft.com/office/2006/metadata/properties"/>
    <ds:schemaRef ds:uri="http://schemas.microsoft.com/office/infopath/2007/PartnerControls"/>
    <ds:schemaRef ds:uri="32f5a426-4411-422f-b9c8-9b9c919dd02d"/>
    <ds:schemaRef ds:uri="d11bdb94-d558-4ffe-a4b0-092cbde2148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Kantoorthema</Template>
  <TotalTime>3178</TotalTime>
  <Words>470</Words>
  <Application>Microsoft Macintosh PowerPoint</Application>
  <PresentationFormat>Breedbeeld</PresentationFormat>
  <Paragraphs>97</Paragraphs>
  <Slides>15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Calibri</vt:lpstr>
      <vt:lpstr>Kantoorthema</vt:lpstr>
      <vt:lpstr>DEDS HC1-3: Kwalitatieve Data Analyse</vt:lpstr>
      <vt:lpstr>Herhaling: Doel kwalitatief onderzoek</vt:lpstr>
      <vt:lpstr>Kwalitatieve analyse</vt:lpstr>
      <vt:lpstr>Weergaven</vt:lpstr>
      <vt:lpstr>Mindmap</vt:lpstr>
      <vt:lpstr>Analyse: Grounded Theory</vt:lpstr>
      <vt:lpstr>Stappenplan</vt:lpstr>
      <vt:lpstr>Fergmenteren &amp; Traceren</vt:lpstr>
      <vt:lpstr>Coderen en waarderen</vt:lpstr>
      <vt:lpstr>Groeperen (axiaal coderen)</vt:lpstr>
      <vt:lpstr>Selectief coderen</vt:lpstr>
      <vt:lpstr>Toelichten</vt:lpstr>
      <vt:lpstr>Ondersteunen</vt:lpstr>
      <vt:lpstr>Video</vt:lpstr>
      <vt:lpstr>PowerPoint-presentatie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LOREM IPSUM DOLOR  SIT AMET CONSECTETUR</dc:title>
  <dc:subject/>
  <dc:creator>Mustafa Ozbek</dc:creator>
  <cp:keywords/>
  <dc:description/>
  <cp:lastModifiedBy>Kadir Kuru</cp:lastModifiedBy>
  <cp:revision>124</cp:revision>
  <dcterms:created xsi:type="dcterms:W3CDTF">2020-03-09T09:54:48Z</dcterms:created>
  <dcterms:modified xsi:type="dcterms:W3CDTF">2025-04-09T07:27:35Z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0x0101007769D13FFC5C7A4C8E8F8F4D202D83D0</vt:lpwstr>
  </property>
</Properties>
</file>