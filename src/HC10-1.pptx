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0"/>
  </p:notesMasterIdLst>
  <p:sldIdLst>
    <p:sldId id="257" r:id="rId5"/>
    <p:sldId id="258" r:id="rId6"/>
    <p:sldId id="282" r:id="rId7"/>
    <p:sldId id="284" r:id="rId8"/>
    <p:sldId id="283" r:id="rId9"/>
    <p:sldId id="285" r:id="rId10"/>
    <p:sldId id="291" r:id="rId11"/>
    <p:sldId id="286" r:id="rId12"/>
    <p:sldId id="287" r:id="rId13"/>
    <p:sldId id="288" r:id="rId14"/>
    <p:sldId id="289" r:id="rId15"/>
    <p:sldId id="290" r:id="rId16"/>
    <p:sldId id="293" r:id="rId17"/>
    <p:sldId id="295" r:id="rId18"/>
    <p:sldId id="279" r:id="rId19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9A347AB-58D7-0015-8A67-4B13CDF46BB4}" name="Damion Gans" initials="DG" userId="S::djgans@hhs.nl::4c1bb948-5e60-4003-afc5-f5bdfae4bc1a" providerId="AD"/>
  <p188:author id="{64A2B3C2-56D3-CA22-BCAD-EAAFAFAF4B47}" name="Damion Gans" initials="DG" userId="bb27c2b77fb3b395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C990D10-BCE4-444F-80D4-28F5C87CB480}" v="33" dt="2024-04-08T07:30:02.3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43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Relationship Id="rId27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mion Gans" userId="S::djgans@hhs.nl::4c1bb948-5e60-4003-afc5-f5bdfae4bc1a" providerId="AD" clId="Web-{71E01F91-2562-46D6-B5DA-9989AFBEADED}"/>
    <pc:docChg chg="mod modSld">
      <pc:chgData name="Damion Gans" userId="S::djgans@hhs.nl::4c1bb948-5e60-4003-afc5-f5bdfae4bc1a" providerId="AD" clId="Web-{71E01F91-2562-46D6-B5DA-9989AFBEADED}" dt="2024-04-04T10:21:03.876" v="19"/>
      <pc:docMkLst>
        <pc:docMk/>
      </pc:docMkLst>
      <pc:sldChg chg="addCm">
        <pc:chgData name="Damion Gans" userId="S::djgans@hhs.nl::4c1bb948-5e60-4003-afc5-f5bdfae4bc1a" providerId="AD" clId="Web-{71E01F91-2562-46D6-B5DA-9989AFBEADED}" dt="2024-04-04T10:08:18.737" v="2"/>
        <pc:sldMkLst>
          <pc:docMk/>
          <pc:sldMk cId="1393805958" sldId="282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Damion Gans" userId="S::djgans@hhs.nl::4c1bb948-5e60-4003-afc5-f5bdfae4bc1a" providerId="AD" clId="Web-{71E01F91-2562-46D6-B5DA-9989AFBEADED}" dt="2024-04-04T10:08:18.737" v="2"/>
              <pc2:cmMkLst xmlns:pc2="http://schemas.microsoft.com/office/powerpoint/2019/9/main/command">
                <pc:docMk/>
                <pc:sldMk cId="1393805958" sldId="282"/>
                <pc2:cmMk id="{96CEAB55-F95C-44B2-A83B-A2C71BD08E5E}"/>
              </pc2:cmMkLst>
            </pc226:cmChg>
            <pc226:cmChg xmlns:pc226="http://schemas.microsoft.com/office/powerpoint/2022/06/main/command" chg="add">
              <pc226:chgData name="Damion Gans" userId="S::djgans@hhs.nl::4c1bb948-5e60-4003-afc5-f5bdfae4bc1a" providerId="AD" clId="Web-{71E01F91-2562-46D6-B5DA-9989AFBEADED}" dt="2024-04-04T10:07:47.440" v="1"/>
              <pc2:cmMkLst xmlns:pc2="http://schemas.microsoft.com/office/powerpoint/2019/9/main/command">
                <pc:docMk/>
                <pc:sldMk cId="1393805958" sldId="282"/>
                <pc2:cmMk id="{9EE854B0-30D0-4F96-978F-11FD76C7ACCC}"/>
              </pc2:cmMkLst>
            </pc226:cmChg>
          </p:ext>
        </pc:extLst>
      </pc:sldChg>
      <pc:sldChg chg="modSp addCm">
        <pc:chgData name="Damion Gans" userId="S::djgans@hhs.nl::4c1bb948-5e60-4003-afc5-f5bdfae4bc1a" providerId="AD" clId="Web-{71E01F91-2562-46D6-B5DA-9989AFBEADED}" dt="2024-04-04T10:13:00.633" v="11"/>
        <pc:sldMkLst>
          <pc:docMk/>
          <pc:sldMk cId="278101250" sldId="283"/>
        </pc:sldMkLst>
        <pc:spChg chg="mod">
          <ac:chgData name="Damion Gans" userId="S::djgans@hhs.nl::4c1bb948-5e60-4003-afc5-f5bdfae4bc1a" providerId="AD" clId="Web-{71E01F91-2562-46D6-B5DA-9989AFBEADED}" dt="2024-04-04T10:12:24.554" v="10" actId="1076"/>
          <ac:spMkLst>
            <pc:docMk/>
            <pc:sldMk cId="278101250" sldId="283"/>
            <ac:spMk id="12" creationId="{A2DBC67B-41D4-6F14-4AF8-DD8AB04E619A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Damion Gans" userId="S::djgans@hhs.nl::4c1bb948-5e60-4003-afc5-f5bdfae4bc1a" providerId="AD" clId="Web-{71E01F91-2562-46D6-B5DA-9989AFBEADED}" dt="2024-04-04T10:13:00.633" v="11"/>
              <pc2:cmMkLst xmlns:pc2="http://schemas.microsoft.com/office/powerpoint/2019/9/main/command">
                <pc:docMk/>
                <pc:sldMk cId="278101250" sldId="283"/>
                <pc2:cmMk id="{FC9304E3-C293-4F77-953E-DFDE9DFF7C70}"/>
              </pc2:cmMkLst>
            </pc226:cmChg>
          </p:ext>
        </pc:extLst>
      </pc:sldChg>
      <pc:sldChg chg="addCm">
        <pc:chgData name="Damion Gans" userId="S::djgans@hhs.nl::4c1bb948-5e60-4003-afc5-f5bdfae4bc1a" providerId="AD" clId="Web-{71E01F91-2562-46D6-B5DA-9989AFBEADED}" dt="2024-04-04T10:13:44.259" v="12"/>
        <pc:sldMkLst>
          <pc:docMk/>
          <pc:sldMk cId="1448075382" sldId="285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Damion Gans" userId="S::djgans@hhs.nl::4c1bb948-5e60-4003-afc5-f5bdfae4bc1a" providerId="AD" clId="Web-{71E01F91-2562-46D6-B5DA-9989AFBEADED}" dt="2024-04-04T10:13:44.259" v="12"/>
              <pc2:cmMkLst xmlns:pc2="http://schemas.microsoft.com/office/powerpoint/2019/9/main/command">
                <pc:docMk/>
                <pc:sldMk cId="1448075382" sldId="285"/>
                <pc2:cmMk id="{E6058987-B579-4497-91CF-931564D5C1B7}"/>
              </pc2:cmMkLst>
            </pc226:cmChg>
          </p:ext>
        </pc:extLst>
      </pc:sldChg>
      <pc:sldChg chg="addCm">
        <pc:chgData name="Damion Gans" userId="S::djgans@hhs.nl::4c1bb948-5e60-4003-afc5-f5bdfae4bc1a" providerId="AD" clId="Web-{71E01F91-2562-46D6-B5DA-9989AFBEADED}" dt="2024-04-04T10:16:32.809" v="13"/>
        <pc:sldMkLst>
          <pc:docMk/>
          <pc:sldMk cId="1835127610" sldId="287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Damion Gans" userId="S::djgans@hhs.nl::4c1bb948-5e60-4003-afc5-f5bdfae4bc1a" providerId="AD" clId="Web-{71E01F91-2562-46D6-B5DA-9989AFBEADED}" dt="2024-04-04T10:16:32.809" v="13"/>
              <pc2:cmMkLst xmlns:pc2="http://schemas.microsoft.com/office/powerpoint/2019/9/main/command">
                <pc:docMk/>
                <pc:sldMk cId="1835127610" sldId="287"/>
                <pc2:cmMk id="{42B0B008-1712-45CA-BBD9-37531997DF85}"/>
              </pc2:cmMkLst>
            </pc226:cmChg>
          </p:ext>
        </pc:extLst>
      </pc:sldChg>
      <pc:sldChg chg="addCm">
        <pc:chgData name="Damion Gans" userId="S::djgans@hhs.nl::4c1bb948-5e60-4003-afc5-f5bdfae4bc1a" providerId="AD" clId="Web-{71E01F91-2562-46D6-B5DA-9989AFBEADED}" dt="2024-04-04T10:17:10.591" v="14"/>
        <pc:sldMkLst>
          <pc:docMk/>
          <pc:sldMk cId="1152541454" sldId="288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Damion Gans" userId="S::djgans@hhs.nl::4c1bb948-5e60-4003-afc5-f5bdfae4bc1a" providerId="AD" clId="Web-{71E01F91-2562-46D6-B5DA-9989AFBEADED}" dt="2024-04-04T10:17:10.591" v="14"/>
              <pc2:cmMkLst xmlns:pc2="http://schemas.microsoft.com/office/powerpoint/2019/9/main/command">
                <pc:docMk/>
                <pc:sldMk cId="1152541454" sldId="288"/>
                <pc2:cmMk id="{0A78FC4C-FADD-480C-9619-40E2AD338B54}"/>
              </pc2:cmMkLst>
            </pc226:cmChg>
          </p:ext>
        </pc:extLst>
      </pc:sldChg>
      <pc:sldChg chg="addCm">
        <pc:chgData name="Damion Gans" userId="S::djgans@hhs.nl::4c1bb948-5e60-4003-afc5-f5bdfae4bc1a" providerId="AD" clId="Web-{71E01F91-2562-46D6-B5DA-9989AFBEADED}" dt="2024-04-04T10:17:20.825" v="15"/>
        <pc:sldMkLst>
          <pc:docMk/>
          <pc:sldMk cId="3993381749" sldId="289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Damion Gans" userId="S::djgans@hhs.nl::4c1bb948-5e60-4003-afc5-f5bdfae4bc1a" providerId="AD" clId="Web-{71E01F91-2562-46D6-B5DA-9989AFBEADED}" dt="2024-04-04T10:17:20.825" v="15"/>
              <pc2:cmMkLst xmlns:pc2="http://schemas.microsoft.com/office/powerpoint/2019/9/main/command">
                <pc:docMk/>
                <pc:sldMk cId="3993381749" sldId="289"/>
                <pc2:cmMk id="{0F69522E-1EB9-48FC-932C-0221E6B92FE8}"/>
              </pc2:cmMkLst>
            </pc226:cmChg>
          </p:ext>
        </pc:extLst>
      </pc:sldChg>
      <pc:sldChg chg="addCm">
        <pc:chgData name="Damion Gans" userId="S::djgans@hhs.nl::4c1bb948-5e60-4003-afc5-f5bdfae4bc1a" providerId="AD" clId="Web-{71E01F91-2562-46D6-B5DA-9989AFBEADED}" dt="2024-04-04T10:18:06.717" v="16"/>
        <pc:sldMkLst>
          <pc:docMk/>
          <pc:sldMk cId="1725715861" sldId="290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Damion Gans" userId="S::djgans@hhs.nl::4c1bb948-5e60-4003-afc5-f5bdfae4bc1a" providerId="AD" clId="Web-{71E01F91-2562-46D6-B5DA-9989AFBEADED}" dt="2024-04-04T10:18:06.717" v="16"/>
              <pc2:cmMkLst xmlns:pc2="http://schemas.microsoft.com/office/powerpoint/2019/9/main/command">
                <pc:docMk/>
                <pc:sldMk cId="1725715861" sldId="290"/>
                <pc2:cmMk id="{0222C552-49B9-465A-8CCA-F0C23963EF44}"/>
              </pc2:cmMkLst>
            </pc226:cmChg>
          </p:ext>
        </pc:extLst>
      </pc:sldChg>
      <pc:sldChg chg="addCm">
        <pc:chgData name="Damion Gans" userId="S::djgans@hhs.nl::4c1bb948-5e60-4003-afc5-f5bdfae4bc1a" providerId="AD" clId="Web-{71E01F91-2562-46D6-B5DA-9989AFBEADED}" dt="2024-04-04T10:19:11.234" v="17"/>
        <pc:sldMkLst>
          <pc:docMk/>
          <pc:sldMk cId="2097493477" sldId="291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Damion Gans" userId="S::djgans@hhs.nl::4c1bb948-5e60-4003-afc5-f5bdfae4bc1a" providerId="AD" clId="Web-{71E01F91-2562-46D6-B5DA-9989AFBEADED}" dt="2024-04-04T10:19:11.234" v="17"/>
              <pc2:cmMkLst xmlns:pc2="http://schemas.microsoft.com/office/powerpoint/2019/9/main/command">
                <pc:docMk/>
                <pc:sldMk cId="2097493477" sldId="291"/>
                <pc2:cmMk id="{3AE45902-B605-480E-BA6E-4E4678542CE2}"/>
              </pc2:cmMkLst>
            </pc226:cmChg>
          </p:ext>
        </pc:extLst>
      </pc:sldChg>
      <pc:sldChg chg="addCm">
        <pc:chgData name="Damion Gans" userId="S::djgans@hhs.nl::4c1bb948-5e60-4003-afc5-f5bdfae4bc1a" providerId="AD" clId="Web-{71E01F91-2562-46D6-B5DA-9989AFBEADED}" dt="2024-04-04T10:21:03.876" v="19"/>
        <pc:sldMkLst>
          <pc:docMk/>
          <pc:sldMk cId="34604072" sldId="293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Damion Gans" userId="S::djgans@hhs.nl::4c1bb948-5e60-4003-afc5-f5bdfae4bc1a" providerId="AD" clId="Web-{71E01F91-2562-46D6-B5DA-9989AFBEADED}" dt="2024-04-04T10:21:03.876" v="19"/>
              <pc2:cmMkLst xmlns:pc2="http://schemas.microsoft.com/office/powerpoint/2019/9/main/command">
                <pc:docMk/>
                <pc:sldMk cId="34604072" sldId="293"/>
                <pc2:cmMk id="{0ABD0146-FF66-4CDC-A619-9FC584A283B4}"/>
              </pc2:cmMkLst>
            </pc226:cmChg>
            <pc226:cmChg xmlns:pc226="http://schemas.microsoft.com/office/powerpoint/2022/06/main/command" chg="add">
              <pc226:chgData name="Damion Gans" userId="S::djgans@hhs.nl::4c1bb948-5e60-4003-afc5-f5bdfae4bc1a" providerId="AD" clId="Web-{71E01F91-2562-46D6-B5DA-9989AFBEADED}" dt="2024-04-04T10:20:21.938" v="18"/>
              <pc2:cmMkLst xmlns:pc2="http://schemas.microsoft.com/office/powerpoint/2019/9/main/command">
                <pc:docMk/>
                <pc:sldMk cId="34604072" sldId="293"/>
                <pc2:cmMk id="{3B8F7B6F-7542-4FB6-AD8C-8DEC0D2E60B5}"/>
              </pc2:cmMkLst>
            </pc226:cmChg>
          </p:ext>
        </pc:extLst>
      </pc:sldChg>
    </pc:docChg>
  </pc:docChgLst>
  <pc:docChgLst>
    <pc:chgData name="Jelle van Barneveld" userId="bc7ecfdf-3719-43bf-9ebf-4e7030cd4705" providerId="ADAL" clId="{0BB26AA7-6BCB-498C-A476-8E6262FCBBBF}"/>
    <pc:docChg chg="custSel addSld delSld modSld sldOrd">
      <pc:chgData name="Jelle van Barneveld" userId="bc7ecfdf-3719-43bf-9ebf-4e7030cd4705" providerId="ADAL" clId="{0BB26AA7-6BCB-498C-A476-8E6262FCBBBF}" dt="2024-04-04T10:14:40.148" v="653" actId="20577"/>
      <pc:docMkLst>
        <pc:docMk/>
      </pc:docMkLst>
      <pc:sldChg chg="addSp modSp mod modAnim">
        <pc:chgData name="Jelle van Barneveld" userId="bc7ecfdf-3719-43bf-9ebf-4e7030cd4705" providerId="ADAL" clId="{0BB26AA7-6BCB-498C-A476-8E6262FCBBBF}" dt="2024-04-04T10:08:40.504" v="168"/>
        <pc:sldMkLst>
          <pc:docMk/>
          <pc:sldMk cId="386274684" sldId="258"/>
        </pc:sldMkLst>
        <pc:spChg chg="mod">
          <ac:chgData name="Jelle van Barneveld" userId="bc7ecfdf-3719-43bf-9ebf-4e7030cd4705" providerId="ADAL" clId="{0BB26AA7-6BCB-498C-A476-8E6262FCBBBF}" dt="2024-04-04T10:07:42.444" v="68" actId="1076"/>
          <ac:spMkLst>
            <pc:docMk/>
            <pc:sldMk cId="386274684" sldId="258"/>
            <ac:spMk id="3" creationId="{ACAFD4D3-153E-2D44-23BC-6692F109A000}"/>
          </ac:spMkLst>
        </pc:spChg>
        <pc:spChg chg="mod">
          <ac:chgData name="Jelle van Barneveld" userId="bc7ecfdf-3719-43bf-9ebf-4e7030cd4705" providerId="ADAL" clId="{0BB26AA7-6BCB-498C-A476-8E6262FCBBBF}" dt="2024-04-04T10:07:37.995" v="67" actId="1076"/>
          <ac:spMkLst>
            <pc:docMk/>
            <pc:sldMk cId="386274684" sldId="258"/>
            <ac:spMk id="4" creationId="{C912A17B-CAD0-8AC8-BE8E-931C24BE2B01}"/>
          </ac:spMkLst>
        </pc:spChg>
        <pc:spChg chg="add mod">
          <ac:chgData name="Jelle van Barneveld" userId="bc7ecfdf-3719-43bf-9ebf-4e7030cd4705" providerId="ADAL" clId="{0BB26AA7-6BCB-498C-A476-8E6262FCBBBF}" dt="2024-04-04T10:07:35.334" v="66" actId="1076"/>
          <ac:spMkLst>
            <pc:docMk/>
            <pc:sldMk cId="386274684" sldId="258"/>
            <ac:spMk id="8" creationId="{03AB0EDA-8F72-8C06-2850-BA7A94BF0647}"/>
          </ac:spMkLst>
        </pc:spChg>
        <pc:spChg chg="add mod">
          <ac:chgData name="Jelle van Barneveld" userId="bc7ecfdf-3719-43bf-9ebf-4e7030cd4705" providerId="ADAL" clId="{0BB26AA7-6BCB-498C-A476-8E6262FCBBBF}" dt="2024-04-04T10:08:21.813" v="166" actId="20577"/>
          <ac:spMkLst>
            <pc:docMk/>
            <pc:sldMk cId="386274684" sldId="258"/>
            <ac:spMk id="9" creationId="{94413807-1407-1331-7D91-DF38D7423682}"/>
          </ac:spMkLst>
        </pc:spChg>
        <pc:spChg chg="mod">
          <ac:chgData name="Jelle van Barneveld" userId="bc7ecfdf-3719-43bf-9ebf-4e7030cd4705" providerId="ADAL" clId="{0BB26AA7-6BCB-498C-A476-8E6262FCBBBF}" dt="2024-04-04T10:07:01.057" v="15" actId="20577"/>
          <ac:spMkLst>
            <pc:docMk/>
            <pc:sldMk cId="386274684" sldId="258"/>
            <ac:spMk id="19" creationId="{8F0621E4-74F4-FAC7-0E0A-2A8DDEB96310}"/>
          </ac:spMkLst>
        </pc:spChg>
        <pc:picChg chg="mod">
          <ac:chgData name="Jelle van Barneveld" userId="bc7ecfdf-3719-43bf-9ebf-4e7030cd4705" providerId="ADAL" clId="{0BB26AA7-6BCB-498C-A476-8E6262FCBBBF}" dt="2024-04-04T10:07:31.990" v="65" actId="1076"/>
          <ac:picMkLst>
            <pc:docMk/>
            <pc:sldMk cId="386274684" sldId="258"/>
            <ac:picMk id="1026" creationId="{7ED165F3-95C7-4DFE-96C3-50E651F0EA80}"/>
          </ac:picMkLst>
        </pc:picChg>
      </pc:sldChg>
      <pc:sldChg chg="delSp modSp add mod">
        <pc:chgData name="Jelle van Barneveld" userId="bc7ecfdf-3719-43bf-9ebf-4e7030cd4705" providerId="ADAL" clId="{0BB26AA7-6BCB-498C-A476-8E6262FCBBBF}" dt="2024-04-04T10:14:40.148" v="653" actId="20577"/>
        <pc:sldMkLst>
          <pc:docMk/>
          <pc:sldMk cId="1818930533" sldId="279"/>
        </pc:sldMkLst>
        <pc:spChg chg="mod">
          <ac:chgData name="Jelle van Barneveld" userId="bc7ecfdf-3719-43bf-9ebf-4e7030cd4705" providerId="ADAL" clId="{0BB26AA7-6BCB-498C-A476-8E6262FCBBBF}" dt="2024-04-04T10:14:40.148" v="653" actId="20577"/>
          <ac:spMkLst>
            <pc:docMk/>
            <pc:sldMk cId="1818930533" sldId="279"/>
            <ac:spMk id="2" creationId="{D44248C8-D6B8-15FA-6958-7959321B39E8}"/>
          </ac:spMkLst>
        </pc:spChg>
        <pc:spChg chg="mod">
          <ac:chgData name="Jelle van Barneveld" userId="bc7ecfdf-3719-43bf-9ebf-4e7030cd4705" providerId="ADAL" clId="{0BB26AA7-6BCB-498C-A476-8E6262FCBBBF}" dt="2024-04-04T10:12:54.340" v="494" actId="20577"/>
          <ac:spMkLst>
            <pc:docMk/>
            <pc:sldMk cId="1818930533" sldId="279"/>
            <ac:spMk id="15" creationId="{FF892CED-E49D-1002-2300-EC59C26C1488}"/>
          </ac:spMkLst>
        </pc:spChg>
        <pc:spChg chg="mod">
          <ac:chgData name="Jelle van Barneveld" userId="bc7ecfdf-3719-43bf-9ebf-4e7030cd4705" providerId="ADAL" clId="{0BB26AA7-6BCB-498C-A476-8E6262FCBBBF}" dt="2024-04-04T10:12:57.531" v="496" actId="20577"/>
          <ac:spMkLst>
            <pc:docMk/>
            <pc:sldMk cId="1818930533" sldId="279"/>
            <ac:spMk id="23" creationId="{1130CADC-489D-7101-C92E-2491BF761052}"/>
          </ac:spMkLst>
        </pc:spChg>
        <pc:cxnChg chg="del mod">
          <ac:chgData name="Jelle van Barneveld" userId="bc7ecfdf-3719-43bf-9ebf-4e7030cd4705" providerId="ADAL" clId="{0BB26AA7-6BCB-498C-A476-8E6262FCBBBF}" dt="2024-04-04T10:13:11.953" v="500" actId="478"/>
          <ac:cxnSpMkLst>
            <pc:docMk/>
            <pc:sldMk cId="1818930533" sldId="279"/>
            <ac:cxnSpMk id="11" creationId="{96B561C6-19BA-FB04-ED95-84E637AB6DF7}"/>
          </ac:cxnSpMkLst>
        </pc:cxnChg>
        <pc:cxnChg chg="mod">
          <ac:chgData name="Jelle van Barneveld" userId="bc7ecfdf-3719-43bf-9ebf-4e7030cd4705" providerId="ADAL" clId="{0BB26AA7-6BCB-498C-A476-8E6262FCBBBF}" dt="2024-04-04T10:13:18.136" v="502" actId="14100"/>
          <ac:cxnSpMkLst>
            <pc:docMk/>
            <pc:sldMk cId="1818930533" sldId="279"/>
            <ac:cxnSpMk id="35" creationId="{95C4490C-3E65-CBAD-3DA1-3DD8B7A43299}"/>
          </ac:cxnSpMkLst>
        </pc:cxnChg>
      </pc:sldChg>
      <pc:sldChg chg="del">
        <pc:chgData name="Jelle van Barneveld" userId="bc7ecfdf-3719-43bf-9ebf-4e7030cd4705" providerId="ADAL" clId="{0BB26AA7-6BCB-498C-A476-8E6262FCBBBF}" dt="2024-04-04T10:08:48.844" v="172" actId="47"/>
        <pc:sldMkLst>
          <pc:docMk/>
          <pc:sldMk cId="1549997376" sldId="294"/>
        </pc:sldMkLst>
      </pc:sldChg>
      <pc:sldChg chg="add ord modAnim">
        <pc:chgData name="Jelle van Barneveld" userId="bc7ecfdf-3719-43bf-9ebf-4e7030cd4705" providerId="ADAL" clId="{0BB26AA7-6BCB-498C-A476-8E6262FCBBBF}" dt="2024-04-04T10:08:51.381" v="173"/>
        <pc:sldMkLst>
          <pc:docMk/>
          <pc:sldMk cId="1252161850" sldId="295"/>
        </pc:sldMkLst>
      </pc:sldChg>
    </pc:docChg>
  </pc:docChgLst>
  <pc:docChgLst>
    <pc:chgData name="Jelle van Barneveld" userId="5d01777c010a23b8" providerId="LiveId" clId="{B861BBE3-024A-4C09-8649-B30D11107D8D}"/>
    <pc:docChg chg="undo custSel addSld delSld modSld sldOrd delMainMaster">
      <pc:chgData name="Jelle van Barneveld" userId="5d01777c010a23b8" providerId="LiveId" clId="{B861BBE3-024A-4C09-8649-B30D11107D8D}" dt="2024-04-04T09:58:11.177" v="4700" actId="1076"/>
      <pc:docMkLst>
        <pc:docMk/>
      </pc:docMkLst>
      <pc:sldChg chg="addSp delSp new del mod">
        <pc:chgData name="Jelle van Barneveld" userId="5d01777c010a23b8" providerId="LiveId" clId="{B861BBE3-024A-4C09-8649-B30D11107D8D}" dt="2024-04-02T11:21:54.671" v="107" actId="47"/>
        <pc:sldMkLst>
          <pc:docMk/>
          <pc:sldMk cId="1086137218" sldId="256"/>
        </pc:sldMkLst>
        <pc:spChg chg="del">
          <ac:chgData name="Jelle van Barneveld" userId="5d01777c010a23b8" providerId="LiveId" clId="{B861BBE3-024A-4C09-8649-B30D11107D8D}" dt="2024-04-02T11:21:02.833" v="13" actId="478"/>
          <ac:spMkLst>
            <pc:docMk/>
            <pc:sldMk cId="1086137218" sldId="256"/>
            <ac:spMk id="2" creationId="{D470F18B-0248-D130-E287-DACF8FA32818}"/>
          </ac:spMkLst>
        </pc:spChg>
        <pc:spChg chg="del">
          <ac:chgData name="Jelle van Barneveld" userId="5d01777c010a23b8" providerId="LiveId" clId="{B861BBE3-024A-4C09-8649-B30D11107D8D}" dt="2024-04-02T11:21:02.833" v="13" actId="478"/>
          <ac:spMkLst>
            <pc:docMk/>
            <pc:sldMk cId="1086137218" sldId="256"/>
            <ac:spMk id="3" creationId="{4C393D2F-C3D2-9849-3004-59D8B905AA06}"/>
          </ac:spMkLst>
        </pc:spChg>
        <pc:picChg chg="add del">
          <ac:chgData name="Jelle van Barneveld" userId="5d01777c010a23b8" providerId="LiveId" clId="{B861BBE3-024A-4C09-8649-B30D11107D8D}" dt="2024-04-02T11:21:13.479" v="17" actId="21"/>
          <ac:picMkLst>
            <pc:docMk/>
            <pc:sldMk cId="1086137218" sldId="256"/>
            <ac:picMk id="5" creationId="{BB5CCCA6-8199-DE45-191D-56DB29787ADC}"/>
          </ac:picMkLst>
        </pc:picChg>
      </pc:sldChg>
      <pc:sldChg chg="addSp delSp modSp add del mod">
        <pc:chgData name="Jelle van Barneveld" userId="5d01777c010a23b8" providerId="LiveId" clId="{B861BBE3-024A-4C09-8649-B30D11107D8D}" dt="2024-04-02T11:21:51.540" v="106" actId="20577"/>
        <pc:sldMkLst>
          <pc:docMk/>
          <pc:sldMk cId="1730801611" sldId="257"/>
        </pc:sldMkLst>
        <pc:spChg chg="add del">
          <ac:chgData name="Jelle van Barneveld" userId="5d01777c010a23b8" providerId="LiveId" clId="{B861BBE3-024A-4C09-8649-B30D11107D8D}" dt="2024-04-02T11:21:15.505" v="18" actId="478"/>
          <ac:spMkLst>
            <pc:docMk/>
            <pc:sldMk cId="1730801611" sldId="257"/>
            <ac:spMk id="3" creationId="{26EA41DE-449E-A643-0051-732EADD4E358}"/>
          </ac:spMkLst>
        </pc:spChg>
        <pc:spChg chg="mod">
          <ac:chgData name="Jelle van Barneveld" userId="5d01777c010a23b8" providerId="LiveId" clId="{B861BBE3-024A-4C09-8649-B30D11107D8D}" dt="2024-04-02T11:21:51.540" v="106" actId="20577"/>
          <ac:spMkLst>
            <pc:docMk/>
            <pc:sldMk cId="1730801611" sldId="257"/>
            <ac:spMk id="7" creationId="{BAAD41C4-AB8B-603C-1D5D-873690001E0D}"/>
          </ac:spMkLst>
        </pc:spChg>
        <pc:picChg chg="add mod">
          <ac:chgData name="Jelle van Barneveld" userId="5d01777c010a23b8" providerId="LiveId" clId="{B861BBE3-024A-4C09-8649-B30D11107D8D}" dt="2024-04-02T11:21:28.889" v="23" actId="1076"/>
          <ac:picMkLst>
            <pc:docMk/>
            <pc:sldMk cId="1730801611" sldId="257"/>
            <ac:picMk id="5" creationId="{BB5CCCA6-8199-DE45-191D-56DB29787ADC}"/>
          </ac:picMkLst>
        </pc:picChg>
        <pc:picChg chg="add del mod">
          <ac:chgData name="Jelle van Barneveld" userId="5d01777c010a23b8" providerId="LiveId" clId="{B861BBE3-024A-4C09-8649-B30D11107D8D}" dt="2024-04-02T11:20:51.884" v="8" actId="22"/>
          <ac:picMkLst>
            <pc:docMk/>
            <pc:sldMk cId="1730801611" sldId="257"/>
            <ac:picMk id="5" creationId="{D3490F87-DC6D-99AA-2B6F-054E327630D6}"/>
          </ac:picMkLst>
        </pc:picChg>
      </pc:sldChg>
      <pc:sldChg chg="addSp modSp mod">
        <pc:chgData name="Jelle van Barneveld" userId="5d01777c010a23b8" providerId="LiveId" clId="{B861BBE3-024A-4C09-8649-B30D11107D8D}" dt="2024-04-04T09:58:11.177" v="4700" actId="1076"/>
        <pc:sldMkLst>
          <pc:docMk/>
          <pc:sldMk cId="386274684" sldId="258"/>
        </pc:sldMkLst>
        <pc:spChg chg="mod">
          <ac:chgData name="Jelle van Barneveld" userId="5d01777c010a23b8" providerId="LiveId" clId="{B861BBE3-024A-4C09-8649-B30D11107D8D}" dt="2024-04-04T09:57:02.368" v="4552" actId="1076"/>
          <ac:spMkLst>
            <pc:docMk/>
            <pc:sldMk cId="386274684" sldId="258"/>
            <ac:spMk id="2" creationId="{AB055838-C7ED-88C2-08DF-B247E02AFBB8}"/>
          </ac:spMkLst>
        </pc:spChg>
        <pc:spChg chg="add mod">
          <ac:chgData name="Jelle van Barneveld" userId="5d01777c010a23b8" providerId="LiveId" clId="{B861BBE3-024A-4C09-8649-B30D11107D8D}" dt="2024-04-04T09:58:11.177" v="4700" actId="1076"/>
          <ac:spMkLst>
            <pc:docMk/>
            <pc:sldMk cId="386274684" sldId="258"/>
            <ac:spMk id="3" creationId="{ACAFD4D3-153E-2D44-23BC-6692F109A000}"/>
          </ac:spMkLst>
        </pc:spChg>
        <pc:spChg chg="add mod">
          <ac:chgData name="Jelle van Barneveld" userId="5d01777c010a23b8" providerId="LiveId" clId="{B861BBE3-024A-4C09-8649-B30D11107D8D}" dt="2024-04-04T09:57:35.543" v="4676" actId="20577"/>
          <ac:spMkLst>
            <pc:docMk/>
            <pc:sldMk cId="386274684" sldId="258"/>
            <ac:spMk id="4" creationId="{C912A17B-CAD0-8AC8-BE8E-931C24BE2B01}"/>
          </ac:spMkLst>
        </pc:spChg>
        <pc:spChg chg="mod">
          <ac:chgData name="Jelle van Barneveld" userId="5d01777c010a23b8" providerId="LiveId" clId="{B861BBE3-024A-4C09-8649-B30D11107D8D}" dt="2024-04-04T09:58:03.499" v="4699" actId="20577"/>
          <ac:spMkLst>
            <pc:docMk/>
            <pc:sldMk cId="386274684" sldId="258"/>
            <ac:spMk id="19" creationId="{8F0621E4-74F4-FAC7-0E0A-2A8DDEB96310}"/>
          </ac:spMkLst>
        </pc:spChg>
      </pc:sldChg>
      <pc:sldChg chg="addSp delSp modSp add del mod">
        <pc:chgData name="Jelle van Barneveld" userId="5d01777c010a23b8" providerId="LiveId" clId="{B861BBE3-024A-4C09-8649-B30D11107D8D}" dt="2024-04-04T07:39:02.347" v="2384" actId="47"/>
        <pc:sldMkLst>
          <pc:docMk/>
          <pc:sldMk cId="0" sldId="280"/>
        </pc:sldMkLst>
        <pc:spChg chg="mod">
          <ac:chgData name="Jelle van Barneveld" userId="5d01777c010a23b8" providerId="LiveId" clId="{B861BBE3-024A-4C09-8649-B30D11107D8D}" dt="2024-04-04T07:24:03.199" v="1616" actId="27636"/>
          <ac:spMkLst>
            <pc:docMk/>
            <pc:sldMk cId="0" sldId="280"/>
            <ac:spMk id="4" creationId="{9A61DDA9-5CE5-8FE7-2B09-169E015849A6}"/>
          </ac:spMkLst>
        </pc:spChg>
        <pc:spChg chg="mod">
          <ac:chgData name="Jelle van Barneveld" userId="5d01777c010a23b8" providerId="LiveId" clId="{B861BBE3-024A-4C09-8649-B30D11107D8D}" dt="2024-04-04T07:24:03.165" v="1615"/>
          <ac:spMkLst>
            <pc:docMk/>
            <pc:sldMk cId="0" sldId="280"/>
            <ac:spMk id="6" creationId="{F48DACD5-BEA7-A0B2-E7E9-23C4623F011C}"/>
          </ac:spMkLst>
        </pc:spChg>
        <pc:spChg chg="mod">
          <ac:chgData name="Jelle van Barneveld" userId="5d01777c010a23b8" providerId="LiveId" clId="{B861BBE3-024A-4C09-8649-B30D11107D8D}" dt="2024-04-04T07:24:03.165" v="1615"/>
          <ac:spMkLst>
            <pc:docMk/>
            <pc:sldMk cId="0" sldId="280"/>
            <ac:spMk id="7" creationId="{4F5717FF-1CE6-4E21-07B1-B7F9F1C17385}"/>
          </ac:spMkLst>
        </pc:spChg>
        <pc:picChg chg="add del">
          <ac:chgData name="Jelle van Barneveld" userId="5d01777c010a23b8" providerId="LiveId" clId="{B861BBE3-024A-4C09-8649-B30D11107D8D}" dt="2024-04-04T07:24:31.085" v="1629" actId="21"/>
          <ac:picMkLst>
            <pc:docMk/>
            <pc:sldMk cId="0" sldId="280"/>
            <ac:picMk id="25601" creationId="{2AEA0687-21BA-3176-9100-2892D50A4CB4}"/>
          </ac:picMkLst>
        </pc:picChg>
      </pc:sldChg>
      <pc:sldChg chg="modSp add del mod">
        <pc:chgData name="Jelle van Barneveld" userId="5d01777c010a23b8" providerId="LiveId" clId="{B861BBE3-024A-4C09-8649-B30D11107D8D}" dt="2024-04-04T07:21:17.232" v="1379" actId="47"/>
        <pc:sldMkLst>
          <pc:docMk/>
          <pc:sldMk cId="377259918" sldId="281"/>
        </pc:sldMkLst>
        <pc:spChg chg="mod">
          <ac:chgData name="Jelle van Barneveld" userId="5d01777c010a23b8" providerId="LiveId" clId="{B861BBE3-024A-4C09-8649-B30D11107D8D}" dt="2024-04-04T07:19:49.705" v="1377" actId="20577"/>
          <ac:spMkLst>
            <pc:docMk/>
            <pc:sldMk cId="377259918" sldId="281"/>
            <ac:spMk id="6" creationId="{7CD2F944-88DB-C3A7-45F7-E30B87964246}"/>
          </ac:spMkLst>
        </pc:spChg>
      </pc:sldChg>
      <pc:sldChg chg="addSp delSp modSp add del mod modAnim">
        <pc:chgData name="Jelle van Barneveld" userId="5d01777c010a23b8" providerId="LiveId" clId="{B861BBE3-024A-4C09-8649-B30D11107D8D}" dt="2024-04-04T07:06:13.319" v="461" actId="1076"/>
        <pc:sldMkLst>
          <pc:docMk/>
          <pc:sldMk cId="1393805958" sldId="282"/>
        </pc:sldMkLst>
        <pc:spChg chg="mod">
          <ac:chgData name="Jelle van Barneveld" userId="5d01777c010a23b8" providerId="LiveId" clId="{B861BBE3-024A-4C09-8649-B30D11107D8D}" dt="2024-04-04T06:56:30.795" v="136" actId="20577"/>
          <ac:spMkLst>
            <pc:docMk/>
            <pc:sldMk cId="1393805958" sldId="282"/>
            <ac:spMk id="2" creationId="{042711C9-B8C6-980A-6A8E-B70FC6573C7F}"/>
          </ac:spMkLst>
        </pc:spChg>
        <pc:spChg chg="del">
          <ac:chgData name="Jelle van Barneveld" userId="5d01777c010a23b8" providerId="LiveId" clId="{B861BBE3-024A-4C09-8649-B30D11107D8D}" dt="2024-04-04T07:02:38.025" v="276" actId="478"/>
          <ac:spMkLst>
            <pc:docMk/>
            <pc:sldMk cId="1393805958" sldId="282"/>
            <ac:spMk id="4" creationId="{35C4AA2B-333B-EDE9-2F91-A78ED9923C45}"/>
          </ac:spMkLst>
        </pc:spChg>
        <pc:spChg chg="del">
          <ac:chgData name="Jelle van Barneveld" userId="5d01777c010a23b8" providerId="LiveId" clId="{B861BBE3-024A-4C09-8649-B30D11107D8D}" dt="2024-04-04T06:58:45.483" v="225" actId="478"/>
          <ac:spMkLst>
            <pc:docMk/>
            <pc:sldMk cId="1393805958" sldId="282"/>
            <ac:spMk id="5" creationId="{ABC8836E-6531-B080-70A6-CD4B298875E6}"/>
          </ac:spMkLst>
        </pc:spChg>
        <pc:spChg chg="add">
          <ac:chgData name="Jelle van Barneveld" userId="5d01777c010a23b8" providerId="LiveId" clId="{B861BBE3-024A-4C09-8649-B30D11107D8D}" dt="2024-04-04T07:01:46.494" v="268"/>
          <ac:spMkLst>
            <pc:docMk/>
            <pc:sldMk cId="1393805958" sldId="282"/>
            <ac:spMk id="6" creationId="{87039215-2E36-8FC6-96DB-28DC94D70D33}"/>
          </ac:spMkLst>
        </pc:spChg>
        <pc:spChg chg="del">
          <ac:chgData name="Jelle van Barneveld" userId="5d01777c010a23b8" providerId="LiveId" clId="{B861BBE3-024A-4C09-8649-B30D11107D8D}" dt="2024-04-04T07:04:35.434" v="423" actId="478"/>
          <ac:spMkLst>
            <pc:docMk/>
            <pc:sldMk cId="1393805958" sldId="282"/>
            <ac:spMk id="9" creationId="{40E24BAB-E974-B6B4-488E-1D3F5F4B011C}"/>
          </ac:spMkLst>
        </pc:spChg>
        <pc:spChg chg="mod">
          <ac:chgData name="Jelle van Barneveld" userId="5d01777c010a23b8" providerId="LiveId" clId="{B861BBE3-024A-4C09-8649-B30D11107D8D}" dt="2024-04-04T06:57:18.183" v="149" actId="20577"/>
          <ac:spMkLst>
            <pc:docMk/>
            <pc:sldMk cId="1393805958" sldId="282"/>
            <ac:spMk id="15" creationId="{00251B71-3E87-E159-84CA-8CBA38F29A15}"/>
          </ac:spMkLst>
        </pc:spChg>
        <pc:spChg chg="mod">
          <ac:chgData name="Jelle van Barneveld" userId="5d01777c010a23b8" providerId="LiveId" clId="{B861BBE3-024A-4C09-8649-B30D11107D8D}" dt="2024-04-04T06:57:21.678" v="159" actId="20577"/>
          <ac:spMkLst>
            <pc:docMk/>
            <pc:sldMk cId="1393805958" sldId="282"/>
            <ac:spMk id="19" creationId="{915C875B-B26A-2F79-6FBB-4D96A68FF464}"/>
          </ac:spMkLst>
        </pc:spChg>
        <pc:spChg chg="mod">
          <ac:chgData name="Jelle van Barneveld" userId="5d01777c010a23b8" providerId="LiveId" clId="{B861BBE3-024A-4C09-8649-B30D11107D8D}" dt="2024-04-04T07:05:49.847" v="460" actId="20577"/>
          <ac:spMkLst>
            <pc:docMk/>
            <pc:sldMk cId="1393805958" sldId="282"/>
            <ac:spMk id="25" creationId="{E1920202-5C03-4241-6763-D8DAA9CFD28F}"/>
          </ac:spMkLst>
        </pc:spChg>
        <pc:spChg chg="mod">
          <ac:chgData name="Jelle van Barneveld" userId="5d01777c010a23b8" providerId="LiveId" clId="{B861BBE3-024A-4C09-8649-B30D11107D8D}" dt="2024-04-04T07:03:44.543" v="357" actId="14100"/>
          <ac:spMkLst>
            <pc:docMk/>
            <pc:sldMk cId="1393805958" sldId="282"/>
            <ac:spMk id="30" creationId="{03538475-B948-35F0-1013-3761103667FE}"/>
          </ac:spMkLst>
        </pc:spChg>
        <pc:picChg chg="add mod">
          <ac:chgData name="Jelle van Barneveld" userId="5d01777c010a23b8" providerId="LiveId" clId="{B861BBE3-024A-4C09-8649-B30D11107D8D}" dt="2024-04-04T07:03:47.281" v="358" actId="14100"/>
          <ac:picMkLst>
            <pc:docMk/>
            <pc:sldMk cId="1393805958" sldId="282"/>
            <ac:picMk id="11" creationId="{0F6FF005-A44B-88E1-E130-F87A83CB07AE}"/>
          </ac:picMkLst>
        </pc:picChg>
        <pc:picChg chg="add mod">
          <ac:chgData name="Jelle van Barneveld" userId="5d01777c010a23b8" providerId="LiveId" clId="{B861BBE3-024A-4C09-8649-B30D11107D8D}" dt="2024-04-04T07:05:05.708" v="432" actId="1076"/>
          <ac:picMkLst>
            <pc:docMk/>
            <pc:sldMk cId="1393805958" sldId="282"/>
            <ac:picMk id="13" creationId="{11AD0E5B-25BD-E70A-82F6-6CC2EC3C44E3}"/>
          </ac:picMkLst>
        </pc:picChg>
        <pc:cxnChg chg="mod">
          <ac:chgData name="Jelle van Barneveld" userId="5d01777c010a23b8" providerId="LiveId" clId="{B861BBE3-024A-4C09-8649-B30D11107D8D}" dt="2024-04-04T07:06:13.319" v="461" actId="1076"/>
          <ac:cxnSpMkLst>
            <pc:docMk/>
            <pc:sldMk cId="1393805958" sldId="282"/>
            <ac:cxnSpMk id="3" creationId="{6D403D28-38E6-E976-8636-3F973FB2541F}"/>
          </ac:cxnSpMkLst>
        </pc:cxnChg>
      </pc:sldChg>
      <pc:sldChg chg="addSp delSp modSp new mod modAnim">
        <pc:chgData name="Jelle van Barneveld" userId="5d01777c010a23b8" providerId="LiveId" clId="{B861BBE3-024A-4C09-8649-B30D11107D8D}" dt="2024-04-04T07:11:48.976" v="636"/>
        <pc:sldMkLst>
          <pc:docMk/>
          <pc:sldMk cId="278101250" sldId="283"/>
        </pc:sldMkLst>
        <pc:spChg chg="del">
          <ac:chgData name="Jelle van Barneveld" userId="5d01777c010a23b8" providerId="LiveId" clId="{B861BBE3-024A-4C09-8649-B30D11107D8D}" dt="2024-04-04T07:01:52.209" v="270" actId="478"/>
          <ac:spMkLst>
            <pc:docMk/>
            <pc:sldMk cId="278101250" sldId="283"/>
            <ac:spMk id="2" creationId="{CB78CC45-D43F-24AA-7283-73C5F49352F5}"/>
          </ac:spMkLst>
        </pc:spChg>
        <pc:spChg chg="del">
          <ac:chgData name="Jelle van Barneveld" userId="5d01777c010a23b8" providerId="LiveId" clId="{B861BBE3-024A-4C09-8649-B30D11107D8D}" dt="2024-04-04T07:01:52.209" v="270" actId="478"/>
          <ac:spMkLst>
            <pc:docMk/>
            <pc:sldMk cId="278101250" sldId="283"/>
            <ac:spMk id="3" creationId="{3AE1DE63-9F9A-5FA6-5B45-69FCA6511BCA}"/>
          </ac:spMkLst>
        </pc:spChg>
        <pc:spChg chg="del">
          <ac:chgData name="Jelle van Barneveld" userId="5d01777c010a23b8" providerId="LiveId" clId="{B861BBE3-024A-4C09-8649-B30D11107D8D}" dt="2024-04-04T07:01:52.209" v="270" actId="478"/>
          <ac:spMkLst>
            <pc:docMk/>
            <pc:sldMk cId="278101250" sldId="283"/>
            <ac:spMk id="4" creationId="{5E5795E4-2778-956A-CDF3-98F7F7757B08}"/>
          </ac:spMkLst>
        </pc:spChg>
        <pc:spChg chg="del">
          <ac:chgData name="Jelle van Barneveld" userId="5d01777c010a23b8" providerId="LiveId" clId="{B861BBE3-024A-4C09-8649-B30D11107D8D}" dt="2024-04-04T07:01:52.209" v="270" actId="478"/>
          <ac:spMkLst>
            <pc:docMk/>
            <pc:sldMk cId="278101250" sldId="283"/>
            <ac:spMk id="5" creationId="{83358995-DC5D-B8D3-47A0-26D9091BF647}"/>
          </ac:spMkLst>
        </pc:spChg>
        <pc:spChg chg="add">
          <ac:chgData name="Jelle van Barneveld" userId="5d01777c010a23b8" providerId="LiveId" clId="{B861BBE3-024A-4C09-8649-B30D11107D8D}" dt="2024-04-04T07:01:52.812" v="271"/>
          <ac:spMkLst>
            <pc:docMk/>
            <pc:sldMk cId="278101250" sldId="283"/>
            <ac:spMk id="6" creationId="{E448E93C-5930-3A79-3834-A46814FF3A33}"/>
          </ac:spMkLst>
        </pc:spChg>
        <pc:spChg chg="add">
          <ac:chgData name="Jelle van Barneveld" userId="5d01777c010a23b8" providerId="LiveId" clId="{B861BBE3-024A-4C09-8649-B30D11107D8D}" dt="2024-04-04T07:02:00.901" v="272"/>
          <ac:spMkLst>
            <pc:docMk/>
            <pc:sldMk cId="278101250" sldId="283"/>
            <ac:spMk id="7" creationId="{30C956A6-FD54-F9E4-7FB9-353787D30C59}"/>
          </ac:spMkLst>
        </pc:spChg>
        <pc:spChg chg="add mod">
          <ac:chgData name="Jelle van Barneveld" userId="5d01777c010a23b8" providerId="LiveId" clId="{B861BBE3-024A-4C09-8649-B30D11107D8D}" dt="2024-04-04T07:02:17.273" v="275" actId="14100"/>
          <ac:spMkLst>
            <pc:docMk/>
            <pc:sldMk cId="278101250" sldId="283"/>
            <ac:spMk id="8" creationId="{69D043FC-8842-F281-E87C-22FE588C94B3}"/>
          </ac:spMkLst>
        </pc:spChg>
        <pc:spChg chg="add mod">
          <ac:chgData name="Jelle van Barneveld" userId="5d01777c010a23b8" providerId="LiveId" clId="{B861BBE3-024A-4C09-8649-B30D11107D8D}" dt="2024-04-04T07:07:38.893" v="466"/>
          <ac:spMkLst>
            <pc:docMk/>
            <pc:sldMk cId="278101250" sldId="283"/>
            <ac:spMk id="9" creationId="{8E391FE8-C4EB-8E8F-CD5D-C622213EE684}"/>
          </ac:spMkLst>
        </pc:spChg>
        <pc:spChg chg="add mod">
          <ac:chgData name="Jelle van Barneveld" userId="5d01777c010a23b8" providerId="LiveId" clId="{B861BBE3-024A-4C09-8649-B30D11107D8D}" dt="2024-04-04T07:07:38.893" v="466"/>
          <ac:spMkLst>
            <pc:docMk/>
            <pc:sldMk cId="278101250" sldId="283"/>
            <ac:spMk id="10" creationId="{0AE54460-B90E-1CB3-4C41-63708E441CE3}"/>
          </ac:spMkLst>
        </pc:spChg>
        <pc:spChg chg="add mod">
          <ac:chgData name="Jelle van Barneveld" userId="5d01777c010a23b8" providerId="LiveId" clId="{B861BBE3-024A-4C09-8649-B30D11107D8D}" dt="2024-04-04T07:10:29.264" v="624" actId="122"/>
          <ac:spMkLst>
            <pc:docMk/>
            <pc:sldMk cId="278101250" sldId="283"/>
            <ac:spMk id="11" creationId="{A91F9227-C1F1-C5F7-5087-87D99F9FB606}"/>
          </ac:spMkLst>
        </pc:spChg>
        <pc:spChg chg="add mod">
          <ac:chgData name="Jelle van Barneveld" userId="5d01777c010a23b8" providerId="LiveId" clId="{B861BBE3-024A-4C09-8649-B30D11107D8D}" dt="2024-04-04T07:10:55.708" v="629" actId="14100"/>
          <ac:spMkLst>
            <pc:docMk/>
            <pc:sldMk cId="278101250" sldId="283"/>
            <ac:spMk id="12" creationId="{A2DBC67B-41D4-6F14-4AF8-DD8AB04E619A}"/>
          </ac:spMkLst>
        </pc:spChg>
        <pc:spChg chg="add mod">
          <ac:chgData name="Jelle van Barneveld" userId="5d01777c010a23b8" providerId="LiveId" clId="{B861BBE3-024A-4C09-8649-B30D11107D8D}" dt="2024-04-04T07:08:06.674" v="469"/>
          <ac:spMkLst>
            <pc:docMk/>
            <pc:sldMk cId="278101250" sldId="283"/>
            <ac:spMk id="13" creationId="{EB8E8095-0479-45D8-586C-2560E473D4CA}"/>
          </ac:spMkLst>
        </pc:spChg>
        <pc:picChg chg="add mod">
          <ac:chgData name="Jelle van Barneveld" userId="5d01777c010a23b8" providerId="LiveId" clId="{B861BBE3-024A-4C09-8649-B30D11107D8D}" dt="2024-04-04T07:10:33.869" v="625" actId="14100"/>
          <ac:picMkLst>
            <pc:docMk/>
            <pc:sldMk cId="278101250" sldId="283"/>
            <ac:picMk id="2056" creationId="{E683389B-7D65-2AA5-A7D4-A7BBD9D3022D}"/>
          </ac:picMkLst>
        </pc:picChg>
      </pc:sldChg>
      <pc:sldChg chg="addSp delSp modSp add mod ord delAnim modAnim">
        <pc:chgData name="Jelle van Barneveld" userId="5d01777c010a23b8" providerId="LiveId" clId="{B861BBE3-024A-4C09-8649-B30D11107D8D}" dt="2024-04-04T07:18:57.653" v="1347" actId="1076"/>
        <pc:sldMkLst>
          <pc:docMk/>
          <pc:sldMk cId="2909687185" sldId="284"/>
        </pc:sldMkLst>
        <pc:spChg chg="mod">
          <ac:chgData name="Jelle van Barneveld" userId="5d01777c010a23b8" providerId="LiveId" clId="{B861BBE3-024A-4C09-8649-B30D11107D8D}" dt="2024-04-04T07:16:57.580" v="1089" actId="20577"/>
          <ac:spMkLst>
            <pc:docMk/>
            <pc:sldMk cId="2909687185" sldId="284"/>
            <ac:spMk id="11" creationId="{A91F9227-C1F1-C5F7-5087-87D99F9FB606}"/>
          </ac:spMkLst>
        </pc:spChg>
        <pc:spChg chg="del mod">
          <ac:chgData name="Jelle van Barneveld" userId="5d01777c010a23b8" providerId="LiveId" clId="{B861BBE3-024A-4C09-8649-B30D11107D8D}" dt="2024-04-04T07:13:49.189" v="691" actId="478"/>
          <ac:spMkLst>
            <pc:docMk/>
            <pc:sldMk cId="2909687185" sldId="284"/>
            <ac:spMk id="12" creationId="{A2DBC67B-41D4-6F14-4AF8-DD8AB04E619A}"/>
          </ac:spMkLst>
        </pc:spChg>
        <pc:graphicFrameChg chg="add del mod modGraphic">
          <ac:chgData name="Jelle van Barneveld" userId="5d01777c010a23b8" providerId="LiveId" clId="{B861BBE3-024A-4C09-8649-B30D11107D8D}" dt="2024-04-04T07:13:33.798" v="666" actId="3680"/>
          <ac:graphicFrameMkLst>
            <pc:docMk/>
            <pc:sldMk cId="2909687185" sldId="284"/>
            <ac:graphicFrameMk id="2" creationId="{BB2172F1-BAAE-BCA2-BF22-91D13598343B}"/>
          </ac:graphicFrameMkLst>
        </pc:graphicFrameChg>
        <pc:graphicFrameChg chg="add mod modGraphic">
          <ac:chgData name="Jelle van Barneveld" userId="5d01777c010a23b8" providerId="LiveId" clId="{B861BBE3-024A-4C09-8649-B30D11107D8D}" dt="2024-04-04T07:18:57.653" v="1347" actId="1076"/>
          <ac:graphicFrameMkLst>
            <pc:docMk/>
            <pc:sldMk cId="2909687185" sldId="284"/>
            <ac:graphicFrameMk id="3" creationId="{03289C03-D50C-C5B4-E4B6-DFDAB46F300D}"/>
          </ac:graphicFrameMkLst>
        </pc:graphicFrameChg>
        <pc:picChg chg="del">
          <ac:chgData name="Jelle van Barneveld" userId="5d01777c010a23b8" providerId="LiveId" clId="{B861BBE3-024A-4C09-8649-B30D11107D8D}" dt="2024-04-04T07:12:45.643" v="638" actId="478"/>
          <ac:picMkLst>
            <pc:docMk/>
            <pc:sldMk cId="2909687185" sldId="284"/>
            <ac:picMk id="2056" creationId="{E683389B-7D65-2AA5-A7D4-A7BBD9D3022D}"/>
          </ac:picMkLst>
        </pc:picChg>
      </pc:sldChg>
      <pc:sldChg chg="addSp delSp modSp add mod modAnim">
        <pc:chgData name="Jelle van Barneveld" userId="5d01777c010a23b8" providerId="LiveId" clId="{B861BBE3-024A-4C09-8649-B30D11107D8D}" dt="2024-04-04T07:28:57.318" v="1935" actId="1076"/>
        <pc:sldMkLst>
          <pc:docMk/>
          <pc:sldMk cId="1448075382" sldId="285"/>
        </pc:sldMkLst>
        <pc:spChg chg="mod">
          <ac:chgData name="Jelle van Barneveld" userId="5d01777c010a23b8" providerId="LiveId" clId="{B861BBE3-024A-4C09-8649-B30D11107D8D}" dt="2024-04-04T07:21:23.290" v="1408" actId="20577"/>
          <ac:spMkLst>
            <pc:docMk/>
            <pc:sldMk cId="1448075382" sldId="285"/>
            <ac:spMk id="2" creationId="{042711C9-B8C6-980A-6A8E-B70FC6573C7F}"/>
          </ac:spMkLst>
        </pc:spChg>
        <pc:spChg chg="del">
          <ac:chgData name="Jelle van Barneveld" userId="5d01777c010a23b8" providerId="LiveId" clId="{B861BBE3-024A-4C09-8649-B30D11107D8D}" dt="2024-04-04T07:22:20.441" v="1442" actId="478"/>
          <ac:spMkLst>
            <pc:docMk/>
            <pc:sldMk cId="1448075382" sldId="285"/>
            <ac:spMk id="4" creationId="{35C4AA2B-333B-EDE9-2F91-A78ED9923C45}"/>
          </ac:spMkLst>
        </pc:spChg>
        <pc:spChg chg="del">
          <ac:chgData name="Jelle van Barneveld" userId="5d01777c010a23b8" providerId="LiveId" clId="{B861BBE3-024A-4C09-8649-B30D11107D8D}" dt="2024-04-04T07:27:45.861" v="1905" actId="478"/>
          <ac:spMkLst>
            <pc:docMk/>
            <pc:sldMk cId="1448075382" sldId="285"/>
            <ac:spMk id="5" creationId="{ABC8836E-6531-B080-70A6-CD4B298875E6}"/>
          </ac:spMkLst>
        </pc:spChg>
        <pc:spChg chg="del">
          <ac:chgData name="Jelle van Barneveld" userId="5d01777c010a23b8" providerId="LiveId" clId="{B861BBE3-024A-4C09-8649-B30D11107D8D}" dt="2024-04-04T07:23:38.836" v="1610" actId="478"/>
          <ac:spMkLst>
            <pc:docMk/>
            <pc:sldMk cId="1448075382" sldId="285"/>
            <ac:spMk id="9" creationId="{40E24BAB-E974-B6B4-488E-1D3F5F4B011C}"/>
          </ac:spMkLst>
        </pc:spChg>
        <pc:spChg chg="add mod">
          <ac:chgData name="Jelle van Barneveld" userId="5d01777c010a23b8" providerId="LiveId" clId="{B861BBE3-024A-4C09-8649-B30D11107D8D}" dt="2024-04-04T07:28:57.318" v="1935" actId="1076"/>
          <ac:spMkLst>
            <pc:docMk/>
            <pc:sldMk cId="1448075382" sldId="285"/>
            <ac:spMk id="13" creationId="{608AF07B-A100-195E-D5F1-59DCF076499E}"/>
          </ac:spMkLst>
        </pc:spChg>
        <pc:spChg chg="mod">
          <ac:chgData name="Jelle van Barneveld" userId="5d01777c010a23b8" providerId="LiveId" clId="{B861BBE3-024A-4C09-8649-B30D11107D8D}" dt="2024-04-04T07:22:19.345" v="1441" actId="14100"/>
          <ac:spMkLst>
            <pc:docMk/>
            <pc:sldMk cId="1448075382" sldId="285"/>
            <ac:spMk id="15" creationId="{00251B71-3E87-E159-84CA-8CBA38F29A15}"/>
          </ac:spMkLst>
        </pc:spChg>
        <pc:spChg chg="mod">
          <ac:chgData name="Jelle van Barneveld" userId="5d01777c010a23b8" providerId="LiveId" clId="{B861BBE3-024A-4C09-8649-B30D11107D8D}" dt="2024-04-04T07:23:36.208" v="1609" actId="20577"/>
          <ac:spMkLst>
            <pc:docMk/>
            <pc:sldMk cId="1448075382" sldId="285"/>
            <ac:spMk id="19" creationId="{915C875B-B26A-2F79-6FBB-4D96A68FF464}"/>
          </ac:spMkLst>
        </pc:spChg>
        <pc:spChg chg="del">
          <ac:chgData name="Jelle van Barneveld" userId="5d01777c010a23b8" providerId="LiveId" clId="{B861BBE3-024A-4C09-8649-B30D11107D8D}" dt="2024-04-04T07:25:42.146" v="1635" actId="478"/>
          <ac:spMkLst>
            <pc:docMk/>
            <pc:sldMk cId="1448075382" sldId="285"/>
            <ac:spMk id="25" creationId="{E1920202-5C03-4241-6763-D8DAA9CFD28F}"/>
          </ac:spMkLst>
        </pc:spChg>
        <pc:spChg chg="mod">
          <ac:chgData name="Jelle van Barneveld" userId="5d01777c010a23b8" providerId="LiveId" clId="{B861BBE3-024A-4C09-8649-B30D11107D8D}" dt="2024-04-04T07:23:12.623" v="1585" actId="1076"/>
          <ac:spMkLst>
            <pc:docMk/>
            <pc:sldMk cId="1448075382" sldId="285"/>
            <ac:spMk id="30" creationId="{03538475-B948-35F0-1013-3761103667FE}"/>
          </ac:spMkLst>
        </pc:spChg>
        <pc:picChg chg="add mod">
          <ac:chgData name="Jelle van Barneveld" userId="5d01777c010a23b8" providerId="LiveId" clId="{B861BBE3-024A-4C09-8649-B30D11107D8D}" dt="2024-04-04T07:22:29.701" v="1446" actId="14100"/>
          <ac:picMkLst>
            <pc:docMk/>
            <pc:sldMk cId="1448075382" sldId="285"/>
            <ac:picMk id="10" creationId="{9B1661F5-4C3E-D28D-E3A3-4E9F49E3B603}"/>
          </ac:picMkLst>
        </pc:picChg>
        <pc:picChg chg="add del mod">
          <ac:chgData name="Jelle van Barneveld" userId="5d01777c010a23b8" providerId="LiveId" clId="{B861BBE3-024A-4C09-8649-B30D11107D8D}" dt="2024-04-04T07:28:33.206" v="1929" actId="478"/>
          <ac:picMkLst>
            <pc:docMk/>
            <pc:sldMk cId="1448075382" sldId="285"/>
            <ac:picMk id="12" creationId="{E59165D4-E663-99C3-F9B8-4A97FB200725}"/>
          </ac:picMkLst>
        </pc:picChg>
        <pc:picChg chg="add mod">
          <ac:chgData name="Jelle van Barneveld" userId="5d01777c010a23b8" providerId="LiveId" clId="{B861BBE3-024A-4C09-8649-B30D11107D8D}" dt="2024-04-04T07:28:44.790" v="1933" actId="14100"/>
          <ac:picMkLst>
            <pc:docMk/>
            <pc:sldMk cId="1448075382" sldId="285"/>
            <ac:picMk id="3074" creationId="{1C297609-C9F9-2039-9E96-6D35FBE68E1A}"/>
          </ac:picMkLst>
        </pc:picChg>
        <pc:picChg chg="add mod">
          <ac:chgData name="Jelle van Barneveld" userId="5d01777c010a23b8" providerId="LiveId" clId="{B861BBE3-024A-4C09-8649-B30D11107D8D}" dt="2024-04-04T07:24:27.789" v="1628" actId="1076"/>
          <ac:picMkLst>
            <pc:docMk/>
            <pc:sldMk cId="1448075382" sldId="285"/>
            <ac:picMk id="25601" creationId="{2AEA0687-21BA-3176-9100-2892D50A4CB4}"/>
          </ac:picMkLst>
        </pc:picChg>
      </pc:sldChg>
      <pc:sldChg chg="addSp delSp modSp new mod modAnim">
        <pc:chgData name="Jelle van Barneveld" userId="5d01777c010a23b8" providerId="LiveId" clId="{B861BBE3-024A-4C09-8649-B30D11107D8D}" dt="2024-04-04T07:38:39.836" v="2380" actId="478"/>
        <pc:sldMkLst>
          <pc:docMk/>
          <pc:sldMk cId="3972065359" sldId="286"/>
        </pc:sldMkLst>
        <pc:spChg chg="del">
          <ac:chgData name="Jelle van Barneveld" userId="5d01777c010a23b8" providerId="LiveId" clId="{B861BBE3-024A-4C09-8649-B30D11107D8D}" dt="2024-04-04T07:31:51.043" v="1946" actId="478"/>
          <ac:spMkLst>
            <pc:docMk/>
            <pc:sldMk cId="3972065359" sldId="286"/>
            <ac:spMk id="2" creationId="{B0BD8895-E373-0529-78BE-B941788670C7}"/>
          </ac:spMkLst>
        </pc:spChg>
        <pc:spChg chg="del">
          <ac:chgData name="Jelle van Barneveld" userId="5d01777c010a23b8" providerId="LiveId" clId="{B861BBE3-024A-4C09-8649-B30D11107D8D}" dt="2024-04-04T07:31:51.043" v="1946" actId="478"/>
          <ac:spMkLst>
            <pc:docMk/>
            <pc:sldMk cId="3972065359" sldId="286"/>
            <ac:spMk id="3" creationId="{9258F425-0401-3BB4-B13E-738409C9055F}"/>
          </ac:spMkLst>
        </pc:spChg>
        <pc:spChg chg="del">
          <ac:chgData name="Jelle van Barneveld" userId="5d01777c010a23b8" providerId="LiveId" clId="{B861BBE3-024A-4C09-8649-B30D11107D8D}" dt="2024-04-04T07:32:39.377" v="2012" actId="478"/>
          <ac:spMkLst>
            <pc:docMk/>
            <pc:sldMk cId="3972065359" sldId="286"/>
            <ac:spMk id="4" creationId="{70F99661-C392-AAEE-6855-413A0B772FC6}"/>
          </ac:spMkLst>
        </pc:spChg>
        <pc:spChg chg="add mod">
          <ac:chgData name="Jelle van Barneveld" userId="5d01777c010a23b8" providerId="LiveId" clId="{B861BBE3-024A-4C09-8649-B30D11107D8D}" dt="2024-04-04T07:31:30.090" v="1945"/>
          <ac:spMkLst>
            <pc:docMk/>
            <pc:sldMk cId="3972065359" sldId="286"/>
            <ac:spMk id="6" creationId="{584FD35D-CBEF-84A0-42F2-5B93A23B275D}"/>
          </ac:spMkLst>
        </pc:spChg>
        <pc:spChg chg="add mod">
          <ac:chgData name="Jelle van Barneveld" userId="5d01777c010a23b8" providerId="LiveId" clId="{B861BBE3-024A-4C09-8649-B30D11107D8D}" dt="2024-04-04T07:32:10.110" v="1976" actId="20577"/>
          <ac:spMkLst>
            <pc:docMk/>
            <pc:sldMk cId="3972065359" sldId="286"/>
            <ac:spMk id="7" creationId="{273C776D-F374-B3EB-C813-03751C639B5D}"/>
          </ac:spMkLst>
        </pc:spChg>
        <pc:spChg chg="add mod">
          <ac:chgData name="Jelle van Barneveld" userId="5d01777c010a23b8" providerId="LiveId" clId="{B861BBE3-024A-4C09-8649-B30D11107D8D}" dt="2024-04-04T07:33:36.836" v="2077" actId="14100"/>
          <ac:spMkLst>
            <pc:docMk/>
            <pc:sldMk cId="3972065359" sldId="286"/>
            <ac:spMk id="9" creationId="{03F21FE5-01A9-1CF9-6E21-6F1087E0E0FE}"/>
          </ac:spMkLst>
        </pc:spChg>
        <pc:spChg chg="add del mod">
          <ac:chgData name="Jelle van Barneveld" userId="5d01777c010a23b8" providerId="LiveId" clId="{B861BBE3-024A-4C09-8649-B30D11107D8D}" dt="2024-04-04T07:34:15.356" v="2080" actId="478"/>
          <ac:spMkLst>
            <pc:docMk/>
            <pc:sldMk cId="3972065359" sldId="286"/>
            <ac:spMk id="10" creationId="{A351A05F-4521-617B-9AF2-F5A71FA1D03D}"/>
          </ac:spMkLst>
        </pc:spChg>
        <pc:spChg chg="add mod">
          <ac:chgData name="Jelle van Barneveld" userId="5d01777c010a23b8" providerId="LiveId" clId="{B861BBE3-024A-4C09-8649-B30D11107D8D}" dt="2024-04-04T07:34:07.760" v="2079" actId="27636"/>
          <ac:spMkLst>
            <pc:docMk/>
            <pc:sldMk cId="3972065359" sldId="286"/>
            <ac:spMk id="11" creationId="{5C10A854-3B1F-71F1-976E-737A374F847B}"/>
          </ac:spMkLst>
        </pc:spChg>
        <pc:spChg chg="add mod">
          <ac:chgData name="Jelle van Barneveld" userId="5d01777c010a23b8" providerId="LiveId" clId="{B861BBE3-024A-4C09-8649-B30D11107D8D}" dt="2024-04-04T07:34:07.760" v="2079" actId="27636"/>
          <ac:spMkLst>
            <pc:docMk/>
            <pc:sldMk cId="3972065359" sldId="286"/>
            <ac:spMk id="12" creationId="{26453C60-388E-751E-5B9E-4222B56639D0}"/>
          </ac:spMkLst>
        </pc:spChg>
        <pc:spChg chg="add mod">
          <ac:chgData name="Jelle van Barneveld" userId="5d01777c010a23b8" providerId="LiveId" clId="{B861BBE3-024A-4C09-8649-B30D11107D8D}" dt="2024-04-04T07:34:07.760" v="2079" actId="27636"/>
          <ac:spMkLst>
            <pc:docMk/>
            <pc:sldMk cId="3972065359" sldId="286"/>
            <ac:spMk id="13" creationId="{DFB79EA2-74B0-60D6-F584-FB28E8EF5086}"/>
          </ac:spMkLst>
        </pc:spChg>
        <pc:spChg chg="add mod">
          <ac:chgData name="Jelle van Barneveld" userId="5d01777c010a23b8" providerId="LiveId" clId="{B861BBE3-024A-4C09-8649-B30D11107D8D}" dt="2024-04-04T07:34:07.760" v="2079" actId="27636"/>
          <ac:spMkLst>
            <pc:docMk/>
            <pc:sldMk cId="3972065359" sldId="286"/>
            <ac:spMk id="14" creationId="{F1A2CAD6-491A-C2F3-37DA-9082C3C39248}"/>
          </ac:spMkLst>
        </pc:spChg>
        <pc:spChg chg="add mod">
          <ac:chgData name="Jelle van Barneveld" userId="5d01777c010a23b8" providerId="LiveId" clId="{B861BBE3-024A-4C09-8649-B30D11107D8D}" dt="2024-04-04T07:34:07.760" v="2079" actId="27636"/>
          <ac:spMkLst>
            <pc:docMk/>
            <pc:sldMk cId="3972065359" sldId="286"/>
            <ac:spMk id="15" creationId="{82E0785C-5BCB-44CA-7873-92174D9F2C00}"/>
          </ac:spMkLst>
        </pc:spChg>
        <pc:spChg chg="add mod">
          <ac:chgData name="Jelle van Barneveld" userId="5d01777c010a23b8" providerId="LiveId" clId="{B861BBE3-024A-4C09-8649-B30D11107D8D}" dt="2024-04-04T07:34:07.760" v="2079" actId="27636"/>
          <ac:spMkLst>
            <pc:docMk/>
            <pc:sldMk cId="3972065359" sldId="286"/>
            <ac:spMk id="16" creationId="{651DF189-AD28-B347-4812-3AC99151ED8C}"/>
          </ac:spMkLst>
        </pc:spChg>
        <pc:spChg chg="add mod">
          <ac:chgData name="Jelle van Barneveld" userId="5d01777c010a23b8" providerId="LiveId" clId="{B861BBE3-024A-4C09-8649-B30D11107D8D}" dt="2024-04-04T07:34:07.760" v="2079" actId="27636"/>
          <ac:spMkLst>
            <pc:docMk/>
            <pc:sldMk cId="3972065359" sldId="286"/>
            <ac:spMk id="17" creationId="{8AB79EB5-4A73-03FE-5A03-AB89618A8A37}"/>
          </ac:spMkLst>
        </pc:spChg>
        <pc:spChg chg="add mod">
          <ac:chgData name="Jelle van Barneveld" userId="5d01777c010a23b8" providerId="LiveId" clId="{B861BBE3-024A-4C09-8649-B30D11107D8D}" dt="2024-04-04T07:34:07.760" v="2079" actId="27636"/>
          <ac:spMkLst>
            <pc:docMk/>
            <pc:sldMk cId="3972065359" sldId="286"/>
            <ac:spMk id="18" creationId="{D3D7084E-CF02-3E11-7717-161FA5C74290}"/>
          </ac:spMkLst>
        </pc:spChg>
        <pc:spChg chg="add mod">
          <ac:chgData name="Jelle van Barneveld" userId="5d01777c010a23b8" providerId="LiveId" clId="{B861BBE3-024A-4C09-8649-B30D11107D8D}" dt="2024-04-04T07:34:07.760" v="2079" actId="27636"/>
          <ac:spMkLst>
            <pc:docMk/>
            <pc:sldMk cId="3972065359" sldId="286"/>
            <ac:spMk id="19" creationId="{77C7A90E-B6B6-086E-846B-D0B3A7121087}"/>
          </ac:spMkLst>
        </pc:spChg>
        <pc:spChg chg="add mod">
          <ac:chgData name="Jelle van Barneveld" userId="5d01777c010a23b8" providerId="LiveId" clId="{B861BBE3-024A-4C09-8649-B30D11107D8D}" dt="2024-04-04T07:34:07.760" v="2079" actId="27636"/>
          <ac:spMkLst>
            <pc:docMk/>
            <pc:sldMk cId="3972065359" sldId="286"/>
            <ac:spMk id="20" creationId="{27DBC66D-8641-46FE-F5F2-5788E91BF8A1}"/>
          </ac:spMkLst>
        </pc:spChg>
        <pc:spChg chg="add mod">
          <ac:chgData name="Jelle van Barneveld" userId="5d01777c010a23b8" providerId="LiveId" clId="{B861BBE3-024A-4C09-8649-B30D11107D8D}" dt="2024-04-04T07:34:07.760" v="2079" actId="27636"/>
          <ac:spMkLst>
            <pc:docMk/>
            <pc:sldMk cId="3972065359" sldId="286"/>
            <ac:spMk id="21" creationId="{220FDD63-0C00-8931-3C6F-402EAA16250F}"/>
          </ac:spMkLst>
        </pc:spChg>
        <pc:spChg chg="add mod">
          <ac:chgData name="Jelle van Barneveld" userId="5d01777c010a23b8" providerId="LiveId" clId="{B861BBE3-024A-4C09-8649-B30D11107D8D}" dt="2024-04-04T07:34:07.760" v="2079" actId="27636"/>
          <ac:spMkLst>
            <pc:docMk/>
            <pc:sldMk cId="3972065359" sldId="286"/>
            <ac:spMk id="22" creationId="{91F84D6C-E8C5-0CC6-317F-48D2D2A1E30E}"/>
          </ac:spMkLst>
        </pc:spChg>
        <pc:spChg chg="add mod">
          <ac:chgData name="Jelle van Barneveld" userId="5d01777c010a23b8" providerId="LiveId" clId="{B861BBE3-024A-4C09-8649-B30D11107D8D}" dt="2024-04-04T07:34:07.760" v="2079" actId="27636"/>
          <ac:spMkLst>
            <pc:docMk/>
            <pc:sldMk cId="3972065359" sldId="286"/>
            <ac:spMk id="23" creationId="{F73CBD81-F4C5-2358-DABB-3D3B551F6AAD}"/>
          </ac:spMkLst>
        </pc:spChg>
        <pc:spChg chg="add mod">
          <ac:chgData name="Jelle van Barneveld" userId="5d01777c010a23b8" providerId="LiveId" clId="{B861BBE3-024A-4C09-8649-B30D11107D8D}" dt="2024-04-04T07:34:07.760" v="2079" actId="27636"/>
          <ac:spMkLst>
            <pc:docMk/>
            <pc:sldMk cId="3972065359" sldId="286"/>
            <ac:spMk id="24" creationId="{D8D821BD-E5E7-7F14-C5D2-A02BF881B671}"/>
          </ac:spMkLst>
        </pc:spChg>
        <pc:spChg chg="add mod">
          <ac:chgData name="Jelle van Barneveld" userId="5d01777c010a23b8" providerId="LiveId" clId="{B861BBE3-024A-4C09-8649-B30D11107D8D}" dt="2024-04-04T07:34:07.760" v="2079" actId="27636"/>
          <ac:spMkLst>
            <pc:docMk/>
            <pc:sldMk cId="3972065359" sldId="286"/>
            <ac:spMk id="25" creationId="{CB1190FD-17F8-6FBF-1D4C-C86AAF80DB33}"/>
          </ac:spMkLst>
        </pc:spChg>
        <pc:spChg chg="add mod">
          <ac:chgData name="Jelle van Barneveld" userId="5d01777c010a23b8" providerId="LiveId" clId="{B861BBE3-024A-4C09-8649-B30D11107D8D}" dt="2024-04-04T07:34:07.760" v="2079" actId="27636"/>
          <ac:spMkLst>
            <pc:docMk/>
            <pc:sldMk cId="3972065359" sldId="286"/>
            <ac:spMk id="26" creationId="{73E9B5CF-17D2-0668-F710-624A28EFC755}"/>
          </ac:spMkLst>
        </pc:spChg>
        <pc:spChg chg="add mod">
          <ac:chgData name="Jelle van Barneveld" userId="5d01777c010a23b8" providerId="LiveId" clId="{B861BBE3-024A-4C09-8649-B30D11107D8D}" dt="2024-04-04T07:34:07.760" v="2079" actId="27636"/>
          <ac:spMkLst>
            <pc:docMk/>
            <pc:sldMk cId="3972065359" sldId="286"/>
            <ac:spMk id="27" creationId="{E2CA3DBC-D877-2194-3569-430E15065DB6}"/>
          </ac:spMkLst>
        </pc:spChg>
        <pc:spChg chg="add mod">
          <ac:chgData name="Jelle van Barneveld" userId="5d01777c010a23b8" providerId="LiveId" clId="{B861BBE3-024A-4C09-8649-B30D11107D8D}" dt="2024-04-04T07:34:07.760" v="2079" actId="27636"/>
          <ac:spMkLst>
            <pc:docMk/>
            <pc:sldMk cId="3972065359" sldId="286"/>
            <ac:spMk id="28" creationId="{7AB590D7-A9DA-0CB4-E933-10973CBE935E}"/>
          </ac:spMkLst>
        </pc:spChg>
        <pc:spChg chg="add mod">
          <ac:chgData name="Jelle van Barneveld" userId="5d01777c010a23b8" providerId="LiveId" clId="{B861BBE3-024A-4C09-8649-B30D11107D8D}" dt="2024-04-04T07:34:07.760" v="2079" actId="27636"/>
          <ac:spMkLst>
            <pc:docMk/>
            <pc:sldMk cId="3972065359" sldId="286"/>
            <ac:spMk id="29" creationId="{18164CF4-C602-0DE5-CE10-599287787377}"/>
          </ac:spMkLst>
        </pc:spChg>
        <pc:spChg chg="add mod">
          <ac:chgData name="Jelle van Barneveld" userId="5d01777c010a23b8" providerId="LiveId" clId="{B861BBE3-024A-4C09-8649-B30D11107D8D}" dt="2024-04-04T07:34:07.760" v="2079" actId="27636"/>
          <ac:spMkLst>
            <pc:docMk/>
            <pc:sldMk cId="3972065359" sldId="286"/>
            <ac:spMk id="30" creationId="{6E7F7D1C-E236-32CA-E455-07BA0D63D16D}"/>
          </ac:spMkLst>
        </pc:spChg>
        <pc:spChg chg="add mod">
          <ac:chgData name="Jelle van Barneveld" userId="5d01777c010a23b8" providerId="LiveId" clId="{B861BBE3-024A-4C09-8649-B30D11107D8D}" dt="2024-04-04T07:34:07.760" v="2079" actId="27636"/>
          <ac:spMkLst>
            <pc:docMk/>
            <pc:sldMk cId="3972065359" sldId="286"/>
            <ac:spMk id="31" creationId="{504935E3-7740-EBC6-D50D-04C570605B2A}"/>
          </ac:spMkLst>
        </pc:spChg>
        <pc:spChg chg="add mod">
          <ac:chgData name="Jelle van Barneveld" userId="5d01777c010a23b8" providerId="LiveId" clId="{B861BBE3-024A-4C09-8649-B30D11107D8D}" dt="2024-04-04T07:34:07.760" v="2079" actId="27636"/>
          <ac:spMkLst>
            <pc:docMk/>
            <pc:sldMk cId="3972065359" sldId="286"/>
            <ac:spMk id="32" creationId="{2FDA13A1-27FD-400E-297F-4830D45D6C3D}"/>
          </ac:spMkLst>
        </pc:spChg>
        <pc:spChg chg="add mod">
          <ac:chgData name="Jelle van Barneveld" userId="5d01777c010a23b8" providerId="LiveId" clId="{B861BBE3-024A-4C09-8649-B30D11107D8D}" dt="2024-04-04T07:34:07.760" v="2079" actId="27636"/>
          <ac:spMkLst>
            <pc:docMk/>
            <pc:sldMk cId="3972065359" sldId="286"/>
            <ac:spMk id="33" creationId="{99BA7915-488D-F94C-DFB6-AC86BB3D7CC9}"/>
          </ac:spMkLst>
        </pc:spChg>
        <pc:spChg chg="add mod">
          <ac:chgData name="Jelle van Barneveld" userId="5d01777c010a23b8" providerId="LiveId" clId="{B861BBE3-024A-4C09-8649-B30D11107D8D}" dt="2024-04-04T07:34:07.760" v="2079" actId="27636"/>
          <ac:spMkLst>
            <pc:docMk/>
            <pc:sldMk cId="3972065359" sldId="286"/>
            <ac:spMk id="34" creationId="{8ED84E8E-6D5C-7B2E-29D1-677C0FA31952}"/>
          </ac:spMkLst>
        </pc:spChg>
        <pc:spChg chg="add mod">
          <ac:chgData name="Jelle van Barneveld" userId="5d01777c010a23b8" providerId="LiveId" clId="{B861BBE3-024A-4C09-8649-B30D11107D8D}" dt="2024-04-04T07:34:07.760" v="2079" actId="27636"/>
          <ac:spMkLst>
            <pc:docMk/>
            <pc:sldMk cId="3972065359" sldId="286"/>
            <ac:spMk id="35" creationId="{B748C8D9-9213-AE80-781E-717DEF25F397}"/>
          </ac:spMkLst>
        </pc:spChg>
        <pc:spChg chg="add mod">
          <ac:chgData name="Jelle van Barneveld" userId="5d01777c010a23b8" providerId="LiveId" clId="{B861BBE3-024A-4C09-8649-B30D11107D8D}" dt="2024-04-04T07:34:07.760" v="2079" actId="27636"/>
          <ac:spMkLst>
            <pc:docMk/>
            <pc:sldMk cId="3972065359" sldId="286"/>
            <ac:spMk id="36" creationId="{2471114A-72DA-AFC5-32D3-912A76899324}"/>
          </ac:spMkLst>
        </pc:spChg>
        <pc:spChg chg="add mod">
          <ac:chgData name="Jelle van Barneveld" userId="5d01777c010a23b8" providerId="LiveId" clId="{B861BBE3-024A-4C09-8649-B30D11107D8D}" dt="2024-04-04T07:34:07.760" v="2079" actId="27636"/>
          <ac:spMkLst>
            <pc:docMk/>
            <pc:sldMk cId="3972065359" sldId="286"/>
            <ac:spMk id="37" creationId="{32632388-9521-0D61-A0ED-0EEC292C3FA1}"/>
          </ac:spMkLst>
        </pc:spChg>
        <pc:spChg chg="mod">
          <ac:chgData name="Jelle van Barneveld" userId="5d01777c010a23b8" providerId="LiveId" clId="{B861BBE3-024A-4C09-8649-B30D11107D8D}" dt="2024-04-04T07:34:07.689" v="2078"/>
          <ac:spMkLst>
            <pc:docMk/>
            <pc:sldMk cId="3972065359" sldId="286"/>
            <ac:spMk id="42" creationId="{58A28D57-F28F-D82E-B1A6-558DB290A4FD}"/>
          </ac:spMkLst>
        </pc:spChg>
        <pc:spChg chg="mod">
          <ac:chgData name="Jelle van Barneveld" userId="5d01777c010a23b8" providerId="LiveId" clId="{B861BBE3-024A-4C09-8649-B30D11107D8D}" dt="2024-04-04T07:34:07.689" v="2078"/>
          <ac:spMkLst>
            <pc:docMk/>
            <pc:sldMk cId="3972065359" sldId="286"/>
            <ac:spMk id="43" creationId="{D6109F5A-2EB4-59A5-C347-B3BEF3BC0AE6}"/>
          </ac:spMkLst>
        </pc:spChg>
        <pc:spChg chg="mod">
          <ac:chgData name="Jelle van Barneveld" userId="5d01777c010a23b8" providerId="LiveId" clId="{B861BBE3-024A-4C09-8649-B30D11107D8D}" dt="2024-04-04T07:34:07.689" v="2078"/>
          <ac:spMkLst>
            <pc:docMk/>
            <pc:sldMk cId="3972065359" sldId="286"/>
            <ac:spMk id="44" creationId="{5DBE27CF-0FC0-6C02-E823-56916C546473}"/>
          </ac:spMkLst>
        </pc:spChg>
        <pc:spChg chg="mod">
          <ac:chgData name="Jelle van Barneveld" userId="5d01777c010a23b8" providerId="LiveId" clId="{B861BBE3-024A-4C09-8649-B30D11107D8D}" dt="2024-04-04T07:34:07.689" v="2078"/>
          <ac:spMkLst>
            <pc:docMk/>
            <pc:sldMk cId="3972065359" sldId="286"/>
            <ac:spMk id="45" creationId="{7703CBBC-8BBE-30D5-14D1-682625DE2CD1}"/>
          </ac:spMkLst>
        </pc:spChg>
        <pc:spChg chg="mod">
          <ac:chgData name="Jelle van Barneveld" userId="5d01777c010a23b8" providerId="LiveId" clId="{B861BBE3-024A-4C09-8649-B30D11107D8D}" dt="2024-04-04T07:34:07.689" v="2078"/>
          <ac:spMkLst>
            <pc:docMk/>
            <pc:sldMk cId="3972065359" sldId="286"/>
            <ac:spMk id="46" creationId="{C40687DA-883D-9F65-F99A-D6161E97664E}"/>
          </ac:spMkLst>
        </pc:spChg>
        <pc:spChg chg="mod">
          <ac:chgData name="Jelle van Barneveld" userId="5d01777c010a23b8" providerId="LiveId" clId="{B861BBE3-024A-4C09-8649-B30D11107D8D}" dt="2024-04-04T07:34:07.689" v="2078"/>
          <ac:spMkLst>
            <pc:docMk/>
            <pc:sldMk cId="3972065359" sldId="286"/>
            <ac:spMk id="47" creationId="{FFF08A8E-E70E-12C3-E198-B442F597D1B9}"/>
          </ac:spMkLst>
        </pc:spChg>
        <pc:spChg chg="mod">
          <ac:chgData name="Jelle van Barneveld" userId="5d01777c010a23b8" providerId="LiveId" clId="{B861BBE3-024A-4C09-8649-B30D11107D8D}" dt="2024-04-04T07:34:07.689" v="2078"/>
          <ac:spMkLst>
            <pc:docMk/>
            <pc:sldMk cId="3972065359" sldId="286"/>
            <ac:spMk id="50" creationId="{B9882B60-CA5F-AF44-897E-03F3578490F5}"/>
          </ac:spMkLst>
        </pc:spChg>
        <pc:spChg chg="mod">
          <ac:chgData name="Jelle van Barneveld" userId="5d01777c010a23b8" providerId="LiveId" clId="{B861BBE3-024A-4C09-8649-B30D11107D8D}" dt="2024-04-04T07:34:07.689" v="2078"/>
          <ac:spMkLst>
            <pc:docMk/>
            <pc:sldMk cId="3972065359" sldId="286"/>
            <ac:spMk id="51" creationId="{A077D846-0686-DCFF-4E27-828338F5713A}"/>
          </ac:spMkLst>
        </pc:spChg>
        <pc:spChg chg="mod">
          <ac:chgData name="Jelle van Barneveld" userId="5d01777c010a23b8" providerId="LiveId" clId="{B861BBE3-024A-4C09-8649-B30D11107D8D}" dt="2024-04-04T07:34:07.689" v="2078"/>
          <ac:spMkLst>
            <pc:docMk/>
            <pc:sldMk cId="3972065359" sldId="286"/>
            <ac:spMk id="52" creationId="{62C176BC-75D3-3500-FEBE-328EDB6E76B0}"/>
          </ac:spMkLst>
        </pc:spChg>
        <pc:spChg chg="mod">
          <ac:chgData name="Jelle van Barneveld" userId="5d01777c010a23b8" providerId="LiveId" clId="{B861BBE3-024A-4C09-8649-B30D11107D8D}" dt="2024-04-04T07:34:07.689" v="2078"/>
          <ac:spMkLst>
            <pc:docMk/>
            <pc:sldMk cId="3972065359" sldId="286"/>
            <ac:spMk id="53" creationId="{D0385FFE-3FEC-E96D-235A-9359A55E1B77}"/>
          </ac:spMkLst>
        </pc:spChg>
        <pc:spChg chg="add del mod">
          <ac:chgData name="Jelle van Barneveld" userId="5d01777c010a23b8" providerId="LiveId" clId="{B861BBE3-024A-4C09-8649-B30D11107D8D}" dt="2024-04-04T07:34:15.356" v="2080" actId="478"/>
          <ac:spMkLst>
            <pc:docMk/>
            <pc:sldMk cId="3972065359" sldId="286"/>
            <ac:spMk id="54" creationId="{9C210011-85C1-6D92-A828-848FEFCCC279}"/>
          </ac:spMkLst>
        </pc:spChg>
        <pc:spChg chg="add del mod">
          <ac:chgData name="Jelle van Barneveld" userId="5d01777c010a23b8" providerId="LiveId" clId="{B861BBE3-024A-4C09-8649-B30D11107D8D}" dt="2024-04-04T07:34:15.356" v="2080" actId="478"/>
          <ac:spMkLst>
            <pc:docMk/>
            <pc:sldMk cId="3972065359" sldId="286"/>
            <ac:spMk id="55" creationId="{E119B3EB-41D6-431C-EA92-9099617B0F4A}"/>
          </ac:spMkLst>
        </pc:spChg>
        <pc:spChg chg="add del mod">
          <ac:chgData name="Jelle van Barneveld" userId="5d01777c010a23b8" providerId="LiveId" clId="{B861BBE3-024A-4C09-8649-B30D11107D8D}" dt="2024-04-04T07:38:39.836" v="2380" actId="478"/>
          <ac:spMkLst>
            <pc:docMk/>
            <pc:sldMk cId="3972065359" sldId="286"/>
            <ac:spMk id="56" creationId="{573D9C81-2FE4-0742-B434-23FEC9C9A181}"/>
          </ac:spMkLst>
        </pc:spChg>
        <pc:spChg chg="add del mod">
          <ac:chgData name="Jelle van Barneveld" userId="5d01777c010a23b8" providerId="LiveId" clId="{B861BBE3-024A-4C09-8649-B30D11107D8D}" dt="2024-04-04T07:34:20.155" v="2081" actId="478"/>
          <ac:spMkLst>
            <pc:docMk/>
            <pc:sldMk cId="3972065359" sldId="286"/>
            <ac:spMk id="57" creationId="{83D9DB46-13FA-0D39-9EF3-1B55FFD99489}"/>
          </ac:spMkLst>
        </pc:spChg>
        <pc:grpChg chg="add mod">
          <ac:chgData name="Jelle van Barneveld" userId="5d01777c010a23b8" providerId="LiveId" clId="{B861BBE3-024A-4C09-8649-B30D11107D8D}" dt="2024-04-04T07:34:07.760" v="2079" actId="27636"/>
          <ac:grpSpMkLst>
            <pc:docMk/>
            <pc:sldMk cId="3972065359" sldId="286"/>
            <ac:grpSpMk id="38" creationId="{6FD73AE2-1B70-FB7F-7255-53089BD6A7CC}"/>
          </ac:grpSpMkLst>
        </pc:grpChg>
        <pc:grpChg chg="mod">
          <ac:chgData name="Jelle van Barneveld" userId="5d01777c010a23b8" providerId="LiveId" clId="{B861BBE3-024A-4C09-8649-B30D11107D8D}" dt="2024-04-04T07:34:07.689" v="2078"/>
          <ac:grpSpMkLst>
            <pc:docMk/>
            <pc:sldMk cId="3972065359" sldId="286"/>
            <ac:grpSpMk id="39" creationId="{0A42B4D8-EECC-F18C-310D-05B5A03A3FDF}"/>
          </ac:grpSpMkLst>
        </pc:grpChg>
        <pc:grpChg chg="mod">
          <ac:chgData name="Jelle van Barneveld" userId="5d01777c010a23b8" providerId="LiveId" clId="{B861BBE3-024A-4C09-8649-B30D11107D8D}" dt="2024-04-04T07:34:07.689" v="2078"/>
          <ac:grpSpMkLst>
            <pc:docMk/>
            <pc:sldMk cId="3972065359" sldId="286"/>
            <ac:grpSpMk id="40" creationId="{A837CC1E-6DA8-BB4C-5C35-0A3FF8F0F770}"/>
          </ac:grpSpMkLst>
        </pc:grpChg>
        <pc:grpChg chg="mod">
          <ac:chgData name="Jelle van Barneveld" userId="5d01777c010a23b8" providerId="LiveId" clId="{B861BBE3-024A-4C09-8649-B30D11107D8D}" dt="2024-04-04T07:34:07.689" v="2078"/>
          <ac:grpSpMkLst>
            <pc:docMk/>
            <pc:sldMk cId="3972065359" sldId="286"/>
            <ac:grpSpMk id="41" creationId="{7234151F-38E8-44BE-0C74-CFAF0891FF78}"/>
          </ac:grpSpMkLst>
        </pc:grpChg>
        <pc:grpChg chg="add mod">
          <ac:chgData name="Jelle van Barneveld" userId="5d01777c010a23b8" providerId="LiveId" clId="{B861BBE3-024A-4C09-8649-B30D11107D8D}" dt="2024-04-04T07:34:07.760" v="2079" actId="27636"/>
          <ac:grpSpMkLst>
            <pc:docMk/>
            <pc:sldMk cId="3972065359" sldId="286"/>
            <ac:grpSpMk id="48" creationId="{9FF9CCC5-0FA5-57CA-D337-86FCDBCFBA5B}"/>
          </ac:grpSpMkLst>
        </pc:grpChg>
        <pc:grpChg chg="mod">
          <ac:chgData name="Jelle van Barneveld" userId="5d01777c010a23b8" providerId="LiveId" clId="{B861BBE3-024A-4C09-8649-B30D11107D8D}" dt="2024-04-04T07:34:07.689" v="2078"/>
          <ac:grpSpMkLst>
            <pc:docMk/>
            <pc:sldMk cId="3972065359" sldId="286"/>
            <ac:grpSpMk id="49" creationId="{C09A5DF9-FEBD-5185-CE89-0AB693C3F3A6}"/>
          </ac:grpSpMkLst>
        </pc:grpChg>
        <pc:cxnChg chg="add mod">
          <ac:chgData name="Jelle van Barneveld" userId="5d01777c010a23b8" providerId="LiveId" clId="{B861BBE3-024A-4C09-8649-B30D11107D8D}" dt="2024-04-04T07:31:59.174" v="1947"/>
          <ac:cxnSpMkLst>
            <pc:docMk/>
            <pc:sldMk cId="3972065359" sldId="286"/>
            <ac:cxnSpMk id="8" creationId="{FC46091E-9110-FB9A-343D-BD46860A7326}"/>
          </ac:cxnSpMkLst>
        </pc:cxnChg>
      </pc:sldChg>
      <pc:sldChg chg="add del">
        <pc:chgData name="Jelle van Barneveld" userId="5d01777c010a23b8" providerId="LiveId" clId="{B861BBE3-024A-4C09-8649-B30D11107D8D}" dt="2024-04-04T07:31:25.570" v="1944"/>
        <pc:sldMkLst>
          <pc:docMk/>
          <pc:sldMk cId="1300526701" sldId="287"/>
        </pc:sldMkLst>
      </pc:sldChg>
      <pc:sldChg chg="addSp delSp modSp add mod modTransition modAnim">
        <pc:chgData name="Jelle van Barneveld" userId="5d01777c010a23b8" providerId="LiveId" clId="{B861BBE3-024A-4C09-8649-B30D11107D8D}" dt="2024-04-04T07:47:32.714" v="2839" actId="1076"/>
        <pc:sldMkLst>
          <pc:docMk/>
          <pc:sldMk cId="1835127610" sldId="287"/>
        </pc:sldMkLst>
        <pc:spChg chg="add mod">
          <ac:chgData name="Jelle van Barneveld" userId="5d01777c010a23b8" providerId="LiveId" clId="{B861BBE3-024A-4C09-8649-B30D11107D8D}" dt="2024-04-04T07:35:06.920" v="2134" actId="27636"/>
          <ac:spMkLst>
            <pc:docMk/>
            <pc:sldMk cId="1835127610" sldId="287"/>
            <ac:spMk id="2" creationId="{794B0D7D-21AC-E169-97F4-C3E7C9F31B13}"/>
          </ac:spMkLst>
        </pc:spChg>
        <pc:spChg chg="mod">
          <ac:chgData name="Jelle van Barneveld" userId="5d01777c010a23b8" providerId="LiveId" clId="{B861BBE3-024A-4C09-8649-B30D11107D8D}" dt="2024-04-04T07:35:06.859" v="2133"/>
          <ac:spMkLst>
            <pc:docMk/>
            <pc:sldMk cId="1835127610" sldId="287"/>
            <ac:spMk id="4" creationId="{61892E0A-E7A5-08C1-A05F-C2ADC4EAE3F3}"/>
          </ac:spMkLst>
        </pc:spChg>
        <pc:spChg chg="mod">
          <ac:chgData name="Jelle van Barneveld" userId="5d01777c010a23b8" providerId="LiveId" clId="{B861BBE3-024A-4C09-8649-B30D11107D8D}" dt="2024-04-04T07:42:19.148" v="2390" actId="1076"/>
          <ac:spMkLst>
            <pc:docMk/>
            <pc:sldMk cId="1835127610" sldId="287"/>
            <ac:spMk id="9" creationId="{03F21FE5-01A9-1CF9-6E21-6F1087E0E0FE}"/>
          </ac:spMkLst>
        </pc:spChg>
        <pc:spChg chg="mod">
          <ac:chgData name="Jelle van Barneveld" userId="5d01777c010a23b8" providerId="LiveId" clId="{B861BBE3-024A-4C09-8649-B30D11107D8D}" dt="2024-04-04T07:35:06.859" v="2133"/>
          <ac:spMkLst>
            <pc:docMk/>
            <pc:sldMk cId="1835127610" sldId="287"/>
            <ac:spMk id="10" creationId="{2F61C1E1-B803-F627-BED7-46CC67BCD9AA}"/>
          </ac:spMkLst>
        </pc:spChg>
        <pc:spChg chg="del">
          <ac:chgData name="Jelle van Barneveld" userId="5d01777c010a23b8" providerId="LiveId" clId="{B861BBE3-024A-4C09-8649-B30D11107D8D}" dt="2024-04-04T07:35:12.695" v="2138" actId="478"/>
          <ac:spMkLst>
            <pc:docMk/>
            <pc:sldMk cId="1835127610" sldId="287"/>
            <ac:spMk id="11" creationId="{5C10A854-3B1F-71F1-976E-737A374F847B}"/>
          </ac:spMkLst>
        </pc:spChg>
        <pc:spChg chg="del">
          <ac:chgData name="Jelle van Barneveld" userId="5d01777c010a23b8" providerId="LiveId" clId="{B861BBE3-024A-4C09-8649-B30D11107D8D}" dt="2024-04-04T07:35:12.695" v="2138" actId="478"/>
          <ac:spMkLst>
            <pc:docMk/>
            <pc:sldMk cId="1835127610" sldId="287"/>
            <ac:spMk id="12" creationId="{26453C60-388E-751E-5B9E-4222B56639D0}"/>
          </ac:spMkLst>
        </pc:spChg>
        <pc:spChg chg="del">
          <ac:chgData name="Jelle van Barneveld" userId="5d01777c010a23b8" providerId="LiveId" clId="{B861BBE3-024A-4C09-8649-B30D11107D8D}" dt="2024-04-04T07:35:12.695" v="2138" actId="478"/>
          <ac:spMkLst>
            <pc:docMk/>
            <pc:sldMk cId="1835127610" sldId="287"/>
            <ac:spMk id="13" creationId="{DFB79EA2-74B0-60D6-F584-FB28E8EF5086}"/>
          </ac:spMkLst>
        </pc:spChg>
        <pc:spChg chg="del">
          <ac:chgData name="Jelle van Barneveld" userId="5d01777c010a23b8" providerId="LiveId" clId="{B861BBE3-024A-4C09-8649-B30D11107D8D}" dt="2024-04-04T07:35:12.695" v="2138" actId="478"/>
          <ac:spMkLst>
            <pc:docMk/>
            <pc:sldMk cId="1835127610" sldId="287"/>
            <ac:spMk id="14" creationId="{F1A2CAD6-491A-C2F3-37DA-9082C3C39248}"/>
          </ac:spMkLst>
        </pc:spChg>
        <pc:spChg chg="del">
          <ac:chgData name="Jelle van Barneveld" userId="5d01777c010a23b8" providerId="LiveId" clId="{B861BBE3-024A-4C09-8649-B30D11107D8D}" dt="2024-04-04T07:35:12.695" v="2138" actId="478"/>
          <ac:spMkLst>
            <pc:docMk/>
            <pc:sldMk cId="1835127610" sldId="287"/>
            <ac:spMk id="15" creationId="{82E0785C-5BCB-44CA-7873-92174D9F2C00}"/>
          </ac:spMkLst>
        </pc:spChg>
        <pc:spChg chg="del">
          <ac:chgData name="Jelle van Barneveld" userId="5d01777c010a23b8" providerId="LiveId" clId="{B861BBE3-024A-4C09-8649-B30D11107D8D}" dt="2024-04-04T07:35:12.695" v="2138" actId="478"/>
          <ac:spMkLst>
            <pc:docMk/>
            <pc:sldMk cId="1835127610" sldId="287"/>
            <ac:spMk id="16" creationId="{651DF189-AD28-B347-4812-3AC99151ED8C}"/>
          </ac:spMkLst>
        </pc:spChg>
        <pc:spChg chg="del">
          <ac:chgData name="Jelle van Barneveld" userId="5d01777c010a23b8" providerId="LiveId" clId="{B861BBE3-024A-4C09-8649-B30D11107D8D}" dt="2024-04-04T07:35:12.695" v="2138" actId="478"/>
          <ac:spMkLst>
            <pc:docMk/>
            <pc:sldMk cId="1835127610" sldId="287"/>
            <ac:spMk id="17" creationId="{8AB79EB5-4A73-03FE-5A03-AB89618A8A37}"/>
          </ac:spMkLst>
        </pc:spChg>
        <pc:spChg chg="add del mod">
          <ac:chgData name="Jelle van Barneveld" userId="5d01777c010a23b8" providerId="LiveId" clId="{B861BBE3-024A-4C09-8649-B30D11107D8D}" dt="2024-04-04T07:43:47.941" v="2419" actId="20577"/>
          <ac:spMkLst>
            <pc:docMk/>
            <pc:sldMk cId="1835127610" sldId="287"/>
            <ac:spMk id="18" creationId="{84272EC6-CC49-1B84-B7BB-E1156D0EAC43}"/>
          </ac:spMkLst>
        </pc:spChg>
        <pc:spChg chg="del">
          <ac:chgData name="Jelle van Barneveld" userId="5d01777c010a23b8" providerId="LiveId" clId="{B861BBE3-024A-4C09-8649-B30D11107D8D}" dt="2024-04-04T07:35:12.695" v="2138" actId="478"/>
          <ac:spMkLst>
            <pc:docMk/>
            <pc:sldMk cId="1835127610" sldId="287"/>
            <ac:spMk id="18" creationId="{D3D7084E-CF02-3E11-7717-161FA5C74290}"/>
          </ac:spMkLst>
        </pc:spChg>
        <pc:spChg chg="del">
          <ac:chgData name="Jelle van Barneveld" userId="5d01777c010a23b8" providerId="LiveId" clId="{B861BBE3-024A-4C09-8649-B30D11107D8D}" dt="2024-04-04T07:35:12.695" v="2138" actId="478"/>
          <ac:spMkLst>
            <pc:docMk/>
            <pc:sldMk cId="1835127610" sldId="287"/>
            <ac:spMk id="19" creationId="{77C7A90E-B6B6-086E-846B-D0B3A7121087}"/>
          </ac:spMkLst>
        </pc:spChg>
        <pc:spChg chg="del">
          <ac:chgData name="Jelle van Barneveld" userId="5d01777c010a23b8" providerId="LiveId" clId="{B861BBE3-024A-4C09-8649-B30D11107D8D}" dt="2024-04-04T07:35:12.695" v="2138" actId="478"/>
          <ac:spMkLst>
            <pc:docMk/>
            <pc:sldMk cId="1835127610" sldId="287"/>
            <ac:spMk id="20" creationId="{27DBC66D-8641-46FE-F5F2-5788E91BF8A1}"/>
          </ac:spMkLst>
        </pc:spChg>
        <pc:spChg chg="add mod">
          <ac:chgData name="Jelle van Barneveld" userId="5d01777c010a23b8" providerId="LiveId" clId="{B861BBE3-024A-4C09-8649-B30D11107D8D}" dt="2024-04-04T07:47:32.714" v="2839" actId="1076"/>
          <ac:spMkLst>
            <pc:docMk/>
            <pc:sldMk cId="1835127610" sldId="287"/>
            <ac:spMk id="20" creationId="{2F87EA60-53C5-900A-66F7-0D0BE87CE67D}"/>
          </ac:spMkLst>
        </pc:spChg>
        <pc:spChg chg="del">
          <ac:chgData name="Jelle van Barneveld" userId="5d01777c010a23b8" providerId="LiveId" clId="{B861BBE3-024A-4C09-8649-B30D11107D8D}" dt="2024-04-04T07:35:12.695" v="2138" actId="478"/>
          <ac:spMkLst>
            <pc:docMk/>
            <pc:sldMk cId="1835127610" sldId="287"/>
            <ac:spMk id="21" creationId="{220FDD63-0C00-8931-3C6F-402EAA16250F}"/>
          </ac:spMkLst>
        </pc:spChg>
        <pc:spChg chg="del">
          <ac:chgData name="Jelle van Barneveld" userId="5d01777c010a23b8" providerId="LiveId" clId="{B861BBE3-024A-4C09-8649-B30D11107D8D}" dt="2024-04-04T07:35:12.695" v="2138" actId="478"/>
          <ac:spMkLst>
            <pc:docMk/>
            <pc:sldMk cId="1835127610" sldId="287"/>
            <ac:spMk id="22" creationId="{91F84D6C-E8C5-0CC6-317F-48D2D2A1E30E}"/>
          </ac:spMkLst>
        </pc:spChg>
        <pc:spChg chg="del">
          <ac:chgData name="Jelle van Barneveld" userId="5d01777c010a23b8" providerId="LiveId" clId="{B861BBE3-024A-4C09-8649-B30D11107D8D}" dt="2024-04-04T07:35:12.695" v="2138" actId="478"/>
          <ac:spMkLst>
            <pc:docMk/>
            <pc:sldMk cId="1835127610" sldId="287"/>
            <ac:spMk id="23" creationId="{F73CBD81-F4C5-2358-DABB-3D3B551F6AAD}"/>
          </ac:spMkLst>
        </pc:spChg>
        <pc:spChg chg="del">
          <ac:chgData name="Jelle van Barneveld" userId="5d01777c010a23b8" providerId="LiveId" clId="{B861BBE3-024A-4C09-8649-B30D11107D8D}" dt="2024-04-04T07:35:12.695" v="2138" actId="478"/>
          <ac:spMkLst>
            <pc:docMk/>
            <pc:sldMk cId="1835127610" sldId="287"/>
            <ac:spMk id="24" creationId="{D8D821BD-E5E7-7F14-C5D2-A02BF881B671}"/>
          </ac:spMkLst>
        </pc:spChg>
        <pc:spChg chg="del">
          <ac:chgData name="Jelle van Barneveld" userId="5d01777c010a23b8" providerId="LiveId" clId="{B861BBE3-024A-4C09-8649-B30D11107D8D}" dt="2024-04-04T07:35:12.695" v="2138" actId="478"/>
          <ac:spMkLst>
            <pc:docMk/>
            <pc:sldMk cId="1835127610" sldId="287"/>
            <ac:spMk id="25" creationId="{CB1190FD-17F8-6FBF-1D4C-C86AAF80DB33}"/>
          </ac:spMkLst>
        </pc:spChg>
        <pc:spChg chg="del">
          <ac:chgData name="Jelle van Barneveld" userId="5d01777c010a23b8" providerId="LiveId" clId="{B861BBE3-024A-4C09-8649-B30D11107D8D}" dt="2024-04-04T07:35:12.695" v="2138" actId="478"/>
          <ac:spMkLst>
            <pc:docMk/>
            <pc:sldMk cId="1835127610" sldId="287"/>
            <ac:spMk id="26" creationId="{73E9B5CF-17D2-0668-F710-624A28EFC755}"/>
          </ac:spMkLst>
        </pc:spChg>
        <pc:spChg chg="del">
          <ac:chgData name="Jelle van Barneveld" userId="5d01777c010a23b8" providerId="LiveId" clId="{B861BBE3-024A-4C09-8649-B30D11107D8D}" dt="2024-04-04T07:35:12.695" v="2138" actId="478"/>
          <ac:spMkLst>
            <pc:docMk/>
            <pc:sldMk cId="1835127610" sldId="287"/>
            <ac:spMk id="27" creationId="{E2CA3DBC-D877-2194-3569-430E15065DB6}"/>
          </ac:spMkLst>
        </pc:spChg>
        <pc:spChg chg="del">
          <ac:chgData name="Jelle van Barneveld" userId="5d01777c010a23b8" providerId="LiveId" clId="{B861BBE3-024A-4C09-8649-B30D11107D8D}" dt="2024-04-04T07:35:12.695" v="2138" actId="478"/>
          <ac:spMkLst>
            <pc:docMk/>
            <pc:sldMk cId="1835127610" sldId="287"/>
            <ac:spMk id="28" creationId="{7AB590D7-A9DA-0CB4-E933-10973CBE935E}"/>
          </ac:spMkLst>
        </pc:spChg>
        <pc:spChg chg="del">
          <ac:chgData name="Jelle van Barneveld" userId="5d01777c010a23b8" providerId="LiveId" clId="{B861BBE3-024A-4C09-8649-B30D11107D8D}" dt="2024-04-04T07:35:12.695" v="2138" actId="478"/>
          <ac:spMkLst>
            <pc:docMk/>
            <pc:sldMk cId="1835127610" sldId="287"/>
            <ac:spMk id="29" creationId="{18164CF4-C602-0DE5-CE10-599287787377}"/>
          </ac:spMkLst>
        </pc:spChg>
        <pc:spChg chg="del">
          <ac:chgData name="Jelle van Barneveld" userId="5d01777c010a23b8" providerId="LiveId" clId="{B861BBE3-024A-4C09-8649-B30D11107D8D}" dt="2024-04-04T07:35:12.695" v="2138" actId="478"/>
          <ac:spMkLst>
            <pc:docMk/>
            <pc:sldMk cId="1835127610" sldId="287"/>
            <ac:spMk id="30" creationId="{6E7F7D1C-E236-32CA-E455-07BA0D63D16D}"/>
          </ac:spMkLst>
        </pc:spChg>
        <pc:spChg chg="del">
          <ac:chgData name="Jelle van Barneveld" userId="5d01777c010a23b8" providerId="LiveId" clId="{B861BBE3-024A-4C09-8649-B30D11107D8D}" dt="2024-04-04T07:35:12.695" v="2138" actId="478"/>
          <ac:spMkLst>
            <pc:docMk/>
            <pc:sldMk cId="1835127610" sldId="287"/>
            <ac:spMk id="31" creationId="{504935E3-7740-EBC6-D50D-04C570605B2A}"/>
          </ac:spMkLst>
        </pc:spChg>
        <pc:spChg chg="del">
          <ac:chgData name="Jelle van Barneveld" userId="5d01777c010a23b8" providerId="LiveId" clId="{B861BBE3-024A-4C09-8649-B30D11107D8D}" dt="2024-04-04T07:35:12.695" v="2138" actId="478"/>
          <ac:spMkLst>
            <pc:docMk/>
            <pc:sldMk cId="1835127610" sldId="287"/>
            <ac:spMk id="32" creationId="{2FDA13A1-27FD-400E-297F-4830D45D6C3D}"/>
          </ac:spMkLst>
        </pc:spChg>
        <pc:spChg chg="del">
          <ac:chgData name="Jelle van Barneveld" userId="5d01777c010a23b8" providerId="LiveId" clId="{B861BBE3-024A-4C09-8649-B30D11107D8D}" dt="2024-04-04T07:35:12.695" v="2138" actId="478"/>
          <ac:spMkLst>
            <pc:docMk/>
            <pc:sldMk cId="1835127610" sldId="287"/>
            <ac:spMk id="33" creationId="{99BA7915-488D-F94C-DFB6-AC86BB3D7CC9}"/>
          </ac:spMkLst>
        </pc:spChg>
        <pc:spChg chg="del">
          <ac:chgData name="Jelle van Barneveld" userId="5d01777c010a23b8" providerId="LiveId" clId="{B861BBE3-024A-4C09-8649-B30D11107D8D}" dt="2024-04-04T07:35:12.695" v="2138" actId="478"/>
          <ac:spMkLst>
            <pc:docMk/>
            <pc:sldMk cId="1835127610" sldId="287"/>
            <ac:spMk id="34" creationId="{8ED84E8E-6D5C-7B2E-29D1-677C0FA31952}"/>
          </ac:spMkLst>
        </pc:spChg>
        <pc:spChg chg="del">
          <ac:chgData name="Jelle van Barneveld" userId="5d01777c010a23b8" providerId="LiveId" clId="{B861BBE3-024A-4C09-8649-B30D11107D8D}" dt="2024-04-04T07:35:12.695" v="2138" actId="478"/>
          <ac:spMkLst>
            <pc:docMk/>
            <pc:sldMk cId="1835127610" sldId="287"/>
            <ac:spMk id="35" creationId="{B748C8D9-9213-AE80-781E-717DEF25F397}"/>
          </ac:spMkLst>
        </pc:spChg>
        <pc:spChg chg="del">
          <ac:chgData name="Jelle van Barneveld" userId="5d01777c010a23b8" providerId="LiveId" clId="{B861BBE3-024A-4C09-8649-B30D11107D8D}" dt="2024-04-04T07:35:12.695" v="2138" actId="478"/>
          <ac:spMkLst>
            <pc:docMk/>
            <pc:sldMk cId="1835127610" sldId="287"/>
            <ac:spMk id="36" creationId="{2471114A-72DA-AFC5-32D3-912A76899324}"/>
          </ac:spMkLst>
        </pc:spChg>
        <pc:spChg chg="del">
          <ac:chgData name="Jelle van Barneveld" userId="5d01777c010a23b8" providerId="LiveId" clId="{B861BBE3-024A-4C09-8649-B30D11107D8D}" dt="2024-04-04T07:35:12.695" v="2138" actId="478"/>
          <ac:spMkLst>
            <pc:docMk/>
            <pc:sldMk cId="1835127610" sldId="287"/>
            <ac:spMk id="37" creationId="{32632388-9521-0D61-A0ED-0EEC292C3FA1}"/>
          </ac:spMkLst>
        </pc:spChg>
        <pc:spChg chg="mod">
          <ac:chgData name="Jelle van Barneveld" userId="5d01777c010a23b8" providerId="LiveId" clId="{B861BBE3-024A-4C09-8649-B30D11107D8D}" dt="2024-04-04T07:35:06.859" v="2133"/>
          <ac:spMkLst>
            <pc:docMk/>
            <pc:sldMk cId="1835127610" sldId="287"/>
            <ac:spMk id="55" creationId="{B4B59960-3CD8-CB38-DD07-186F5B247087}"/>
          </ac:spMkLst>
        </pc:spChg>
        <pc:spChg chg="del">
          <ac:chgData name="Jelle van Barneveld" userId="5d01777c010a23b8" providerId="LiveId" clId="{B861BBE3-024A-4C09-8649-B30D11107D8D}" dt="2024-04-04T07:38:33.963" v="2379" actId="478"/>
          <ac:spMkLst>
            <pc:docMk/>
            <pc:sldMk cId="1835127610" sldId="287"/>
            <ac:spMk id="56" creationId="{573D9C81-2FE4-0742-B434-23FEC9C9A181}"/>
          </ac:spMkLst>
        </pc:spChg>
        <pc:spChg chg="mod">
          <ac:chgData name="Jelle van Barneveld" userId="5d01777c010a23b8" providerId="LiveId" clId="{B861BBE3-024A-4C09-8649-B30D11107D8D}" dt="2024-04-04T07:35:06.859" v="2133"/>
          <ac:spMkLst>
            <pc:docMk/>
            <pc:sldMk cId="1835127610" sldId="287"/>
            <ac:spMk id="57" creationId="{8A0B6EB5-48C4-E493-010C-91087DDDE72F}"/>
          </ac:spMkLst>
        </pc:spChg>
        <pc:spChg chg="mod">
          <ac:chgData name="Jelle van Barneveld" userId="5d01777c010a23b8" providerId="LiveId" clId="{B861BBE3-024A-4C09-8649-B30D11107D8D}" dt="2024-04-04T07:35:06.859" v="2133"/>
          <ac:spMkLst>
            <pc:docMk/>
            <pc:sldMk cId="1835127610" sldId="287"/>
            <ac:spMk id="59" creationId="{146E2DA6-F6BA-6D3C-35A3-DE84EA68516A}"/>
          </ac:spMkLst>
        </pc:spChg>
        <pc:spChg chg="mod">
          <ac:chgData name="Jelle van Barneveld" userId="5d01777c010a23b8" providerId="LiveId" clId="{B861BBE3-024A-4C09-8649-B30D11107D8D}" dt="2024-04-04T07:35:06.859" v="2133"/>
          <ac:spMkLst>
            <pc:docMk/>
            <pc:sldMk cId="1835127610" sldId="287"/>
            <ac:spMk id="60" creationId="{BADAE9FC-0983-7210-75BD-44FF21D24E0B}"/>
          </ac:spMkLst>
        </pc:spChg>
        <pc:spChg chg="add mod">
          <ac:chgData name="Jelle van Barneveld" userId="5d01777c010a23b8" providerId="LiveId" clId="{B861BBE3-024A-4C09-8649-B30D11107D8D}" dt="2024-04-04T07:35:06.920" v="2134" actId="27636"/>
          <ac:spMkLst>
            <pc:docMk/>
            <pc:sldMk cId="1835127610" sldId="287"/>
            <ac:spMk id="61" creationId="{3D2C28E3-AD9F-9C8C-EFA2-EF7A83556B66}"/>
          </ac:spMkLst>
        </pc:spChg>
        <pc:spChg chg="add mod">
          <ac:chgData name="Jelle van Barneveld" userId="5d01777c010a23b8" providerId="LiveId" clId="{B861BBE3-024A-4C09-8649-B30D11107D8D}" dt="2024-04-04T07:35:06.920" v="2134" actId="27636"/>
          <ac:spMkLst>
            <pc:docMk/>
            <pc:sldMk cId="1835127610" sldId="287"/>
            <ac:spMk id="62" creationId="{806CBF03-EF66-9A0C-1299-B823574A5DFB}"/>
          </ac:spMkLst>
        </pc:spChg>
        <pc:spChg chg="add mod">
          <ac:chgData name="Jelle van Barneveld" userId="5d01777c010a23b8" providerId="LiveId" clId="{B861BBE3-024A-4C09-8649-B30D11107D8D}" dt="2024-04-04T07:35:06.920" v="2134" actId="27636"/>
          <ac:spMkLst>
            <pc:docMk/>
            <pc:sldMk cId="1835127610" sldId="287"/>
            <ac:spMk id="63" creationId="{96684CFD-17D0-536C-6A3B-4CE453CB3F74}"/>
          </ac:spMkLst>
        </pc:spChg>
        <pc:spChg chg="add mod">
          <ac:chgData name="Jelle van Barneveld" userId="5d01777c010a23b8" providerId="LiveId" clId="{B861BBE3-024A-4C09-8649-B30D11107D8D}" dt="2024-04-04T07:35:06.920" v="2134" actId="27636"/>
          <ac:spMkLst>
            <pc:docMk/>
            <pc:sldMk cId="1835127610" sldId="287"/>
            <ac:spMk id="64" creationId="{A31BD8BB-C0BC-8E8B-6C03-B7406E982B2A}"/>
          </ac:spMkLst>
        </pc:spChg>
        <pc:spChg chg="add mod">
          <ac:chgData name="Jelle van Barneveld" userId="5d01777c010a23b8" providerId="LiveId" clId="{B861BBE3-024A-4C09-8649-B30D11107D8D}" dt="2024-04-04T07:35:06.920" v="2134" actId="27636"/>
          <ac:spMkLst>
            <pc:docMk/>
            <pc:sldMk cId="1835127610" sldId="287"/>
            <ac:spMk id="65" creationId="{68B7A829-164C-74BE-BFB8-F112E9C43E6A}"/>
          </ac:spMkLst>
        </pc:spChg>
        <pc:spChg chg="add mod">
          <ac:chgData name="Jelle van Barneveld" userId="5d01777c010a23b8" providerId="LiveId" clId="{B861BBE3-024A-4C09-8649-B30D11107D8D}" dt="2024-04-04T07:35:06.920" v="2134" actId="27636"/>
          <ac:spMkLst>
            <pc:docMk/>
            <pc:sldMk cId="1835127610" sldId="287"/>
            <ac:spMk id="66" creationId="{E7819CBC-4DE2-B5E0-2CDC-31C891C0F93C}"/>
          </ac:spMkLst>
        </pc:spChg>
        <pc:spChg chg="add mod">
          <ac:chgData name="Jelle van Barneveld" userId="5d01777c010a23b8" providerId="LiveId" clId="{B861BBE3-024A-4C09-8649-B30D11107D8D}" dt="2024-04-04T07:35:06.920" v="2134" actId="27636"/>
          <ac:spMkLst>
            <pc:docMk/>
            <pc:sldMk cId="1835127610" sldId="287"/>
            <ac:spMk id="67" creationId="{A296E9A0-2951-94F4-3C13-C4F8A5E9763D}"/>
          </ac:spMkLst>
        </pc:spChg>
        <pc:spChg chg="add mod">
          <ac:chgData name="Jelle van Barneveld" userId="5d01777c010a23b8" providerId="LiveId" clId="{B861BBE3-024A-4C09-8649-B30D11107D8D}" dt="2024-04-04T07:35:06.920" v="2134" actId="27636"/>
          <ac:spMkLst>
            <pc:docMk/>
            <pc:sldMk cId="1835127610" sldId="287"/>
            <ac:spMk id="68" creationId="{0EEC8B3D-0C2F-9EA5-FFCA-2F0E8AD741FB}"/>
          </ac:spMkLst>
        </pc:spChg>
        <pc:spChg chg="add mod">
          <ac:chgData name="Jelle van Barneveld" userId="5d01777c010a23b8" providerId="LiveId" clId="{B861BBE3-024A-4C09-8649-B30D11107D8D}" dt="2024-04-04T07:35:06.920" v="2134" actId="27636"/>
          <ac:spMkLst>
            <pc:docMk/>
            <pc:sldMk cId="1835127610" sldId="287"/>
            <ac:spMk id="69" creationId="{156A4DD9-0A80-74E1-DE5E-5DFF8F81E46A}"/>
          </ac:spMkLst>
        </pc:spChg>
        <pc:spChg chg="add mod">
          <ac:chgData name="Jelle van Barneveld" userId="5d01777c010a23b8" providerId="LiveId" clId="{B861BBE3-024A-4C09-8649-B30D11107D8D}" dt="2024-04-04T07:35:06.920" v="2134" actId="27636"/>
          <ac:spMkLst>
            <pc:docMk/>
            <pc:sldMk cId="1835127610" sldId="287"/>
            <ac:spMk id="70" creationId="{79B52ECE-EFAD-8EBE-29BC-1CDACC68A536}"/>
          </ac:spMkLst>
        </pc:spChg>
        <pc:spChg chg="add mod">
          <ac:chgData name="Jelle van Barneveld" userId="5d01777c010a23b8" providerId="LiveId" clId="{B861BBE3-024A-4C09-8649-B30D11107D8D}" dt="2024-04-04T07:35:06.920" v="2134" actId="27636"/>
          <ac:spMkLst>
            <pc:docMk/>
            <pc:sldMk cId="1835127610" sldId="287"/>
            <ac:spMk id="71" creationId="{CEDECC1F-ACFB-E07F-EF1A-B43E82E6A4E0}"/>
          </ac:spMkLst>
        </pc:spChg>
        <pc:spChg chg="add mod">
          <ac:chgData name="Jelle van Barneveld" userId="5d01777c010a23b8" providerId="LiveId" clId="{B861BBE3-024A-4C09-8649-B30D11107D8D}" dt="2024-04-04T07:35:06.920" v="2134" actId="27636"/>
          <ac:spMkLst>
            <pc:docMk/>
            <pc:sldMk cId="1835127610" sldId="287"/>
            <ac:spMk id="72" creationId="{0187BFA9-7EB4-10D5-FCE2-8E244029C006}"/>
          </ac:spMkLst>
        </pc:spChg>
        <pc:spChg chg="add mod">
          <ac:chgData name="Jelle van Barneveld" userId="5d01777c010a23b8" providerId="LiveId" clId="{B861BBE3-024A-4C09-8649-B30D11107D8D}" dt="2024-04-04T07:35:06.920" v="2134" actId="27636"/>
          <ac:spMkLst>
            <pc:docMk/>
            <pc:sldMk cId="1835127610" sldId="287"/>
            <ac:spMk id="73" creationId="{03A772F5-59AE-1DBD-9DB5-0C202339E54D}"/>
          </ac:spMkLst>
        </pc:spChg>
        <pc:spChg chg="add mod">
          <ac:chgData name="Jelle van Barneveld" userId="5d01777c010a23b8" providerId="LiveId" clId="{B861BBE3-024A-4C09-8649-B30D11107D8D}" dt="2024-04-04T07:35:06.920" v="2134" actId="27636"/>
          <ac:spMkLst>
            <pc:docMk/>
            <pc:sldMk cId="1835127610" sldId="287"/>
            <ac:spMk id="74" creationId="{E9AEC1F0-5FD4-3055-39D8-C49BF7D1E933}"/>
          </ac:spMkLst>
        </pc:spChg>
        <pc:spChg chg="add mod">
          <ac:chgData name="Jelle van Barneveld" userId="5d01777c010a23b8" providerId="LiveId" clId="{B861BBE3-024A-4C09-8649-B30D11107D8D}" dt="2024-04-04T07:35:06.920" v="2134" actId="27636"/>
          <ac:spMkLst>
            <pc:docMk/>
            <pc:sldMk cId="1835127610" sldId="287"/>
            <ac:spMk id="75" creationId="{AEBCCCC6-BB3F-97C1-2042-4605FB79E7B4}"/>
          </ac:spMkLst>
        </pc:spChg>
        <pc:spChg chg="add mod">
          <ac:chgData name="Jelle van Barneveld" userId="5d01777c010a23b8" providerId="LiveId" clId="{B861BBE3-024A-4C09-8649-B30D11107D8D}" dt="2024-04-04T07:35:06.920" v="2134" actId="27636"/>
          <ac:spMkLst>
            <pc:docMk/>
            <pc:sldMk cId="1835127610" sldId="287"/>
            <ac:spMk id="76" creationId="{D3C41E5C-911A-C8D1-7385-F37EB1E11285}"/>
          </ac:spMkLst>
        </pc:spChg>
        <pc:spChg chg="add mod">
          <ac:chgData name="Jelle van Barneveld" userId="5d01777c010a23b8" providerId="LiveId" clId="{B861BBE3-024A-4C09-8649-B30D11107D8D}" dt="2024-04-04T07:35:06.920" v="2134" actId="27636"/>
          <ac:spMkLst>
            <pc:docMk/>
            <pc:sldMk cId="1835127610" sldId="287"/>
            <ac:spMk id="77" creationId="{0BA78631-7CF6-A3C8-3EE6-8560416A4766}"/>
          </ac:spMkLst>
        </pc:spChg>
        <pc:spChg chg="add mod">
          <ac:chgData name="Jelle van Barneveld" userId="5d01777c010a23b8" providerId="LiveId" clId="{B861BBE3-024A-4C09-8649-B30D11107D8D}" dt="2024-04-04T07:35:06.920" v="2134" actId="27636"/>
          <ac:spMkLst>
            <pc:docMk/>
            <pc:sldMk cId="1835127610" sldId="287"/>
            <ac:spMk id="78" creationId="{309C77AE-F538-F5BD-839A-3C77A5690B5F}"/>
          </ac:spMkLst>
        </pc:spChg>
        <pc:spChg chg="add mod">
          <ac:chgData name="Jelle van Barneveld" userId="5d01777c010a23b8" providerId="LiveId" clId="{B861BBE3-024A-4C09-8649-B30D11107D8D}" dt="2024-04-04T07:35:06.920" v="2134" actId="27636"/>
          <ac:spMkLst>
            <pc:docMk/>
            <pc:sldMk cId="1835127610" sldId="287"/>
            <ac:spMk id="79" creationId="{419E3CD8-8B69-AB98-D483-3DCCD50D6A9B}"/>
          </ac:spMkLst>
        </pc:spChg>
        <pc:spChg chg="add mod">
          <ac:chgData name="Jelle van Barneveld" userId="5d01777c010a23b8" providerId="LiveId" clId="{B861BBE3-024A-4C09-8649-B30D11107D8D}" dt="2024-04-04T07:35:06.920" v="2134" actId="27636"/>
          <ac:spMkLst>
            <pc:docMk/>
            <pc:sldMk cId="1835127610" sldId="287"/>
            <ac:spMk id="80" creationId="{BAFEF446-B326-8DB9-D409-7FC90EA3EF7E}"/>
          </ac:spMkLst>
        </pc:spChg>
        <pc:spChg chg="add mod">
          <ac:chgData name="Jelle van Barneveld" userId="5d01777c010a23b8" providerId="LiveId" clId="{B861BBE3-024A-4C09-8649-B30D11107D8D}" dt="2024-04-04T07:35:06.920" v="2134" actId="27636"/>
          <ac:spMkLst>
            <pc:docMk/>
            <pc:sldMk cId="1835127610" sldId="287"/>
            <ac:spMk id="81" creationId="{827C937D-AA1F-7EE4-4C18-945A3A9E6323}"/>
          </ac:spMkLst>
        </pc:spChg>
        <pc:spChg chg="add mod">
          <ac:chgData name="Jelle van Barneveld" userId="5d01777c010a23b8" providerId="LiveId" clId="{B861BBE3-024A-4C09-8649-B30D11107D8D}" dt="2024-04-04T07:35:06.920" v="2134" actId="27636"/>
          <ac:spMkLst>
            <pc:docMk/>
            <pc:sldMk cId="1835127610" sldId="287"/>
            <ac:spMk id="82" creationId="{289AB3C0-8680-F000-F570-F5E4C166B886}"/>
          </ac:spMkLst>
        </pc:spChg>
        <pc:spChg chg="add mod">
          <ac:chgData name="Jelle van Barneveld" userId="5d01777c010a23b8" providerId="LiveId" clId="{B861BBE3-024A-4C09-8649-B30D11107D8D}" dt="2024-04-04T07:35:06.920" v="2134" actId="27636"/>
          <ac:spMkLst>
            <pc:docMk/>
            <pc:sldMk cId="1835127610" sldId="287"/>
            <ac:spMk id="83" creationId="{5DB2D76A-995B-B0DC-D5FC-AEB5E8F5BC59}"/>
          </ac:spMkLst>
        </pc:spChg>
        <pc:spChg chg="add mod">
          <ac:chgData name="Jelle van Barneveld" userId="5d01777c010a23b8" providerId="LiveId" clId="{B861BBE3-024A-4C09-8649-B30D11107D8D}" dt="2024-04-04T07:35:06.920" v="2134" actId="27636"/>
          <ac:spMkLst>
            <pc:docMk/>
            <pc:sldMk cId="1835127610" sldId="287"/>
            <ac:spMk id="84" creationId="{A96CB6C4-7054-BA5D-5AFE-A820E9FB207A}"/>
          </ac:spMkLst>
        </pc:spChg>
        <pc:spChg chg="add mod">
          <ac:chgData name="Jelle van Barneveld" userId="5d01777c010a23b8" providerId="LiveId" clId="{B861BBE3-024A-4C09-8649-B30D11107D8D}" dt="2024-04-04T07:35:06.920" v="2134" actId="27636"/>
          <ac:spMkLst>
            <pc:docMk/>
            <pc:sldMk cId="1835127610" sldId="287"/>
            <ac:spMk id="85" creationId="{D683C89C-9AFD-796D-4CC8-FF59BB32E8B4}"/>
          </ac:spMkLst>
        </pc:spChg>
        <pc:spChg chg="add mod">
          <ac:chgData name="Jelle van Barneveld" userId="5d01777c010a23b8" providerId="LiveId" clId="{B861BBE3-024A-4C09-8649-B30D11107D8D}" dt="2024-04-04T07:35:06.920" v="2134" actId="27636"/>
          <ac:spMkLst>
            <pc:docMk/>
            <pc:sldMk cId="1835127610" sldId="287"/>
            <ac:spMk id="86" creationId="{94EDBF19-AD3A-0C5A-394A-4AFE75A747FB}"/>
          </ac:spMkLst>
        </pc:spChg>
        <pc:spChg chg="mod">
          <ac:chgData name="Jelle van Barneveld" userId="5d01777c010a23b8" providerId="LiveId" clId="{B861BBE3-024A-4C09-8649-B30D11107D8D}" dt="2024-04-04T07:35:06.859" v="2133"/>
          <ac:spMkLst>
            <pc:docMk/>
            <pc:sldMk cId="1835127610" sldId="287"/>
            <ac:spMk id="89" creationId="{79F6B2F4-3F0C-3BD1-E623-D125DD30AA65}"/>
          </ac:spMkLst>
        </pc:spChg>
        <pc:spChg chg="mod">
          <ac:chgData name="Jelle van Barneveld" userId="5d01777c010a23b8" providerId="LiveId" clId="{B861BBE3-024A-4C09-8649-B30D11107D8D}" dt="2024-04-04T07:35:06.859" v="2133"/>
          <ac:spMkLst>
            <pc:docMk/>
            <pc:sldMk cId="1835127610" sldId="287"/>
            <ac:spMk id="90" creationId="{82C4E019-2AC6-6BCC-4F1B-2E237DDAB7A9}"/>
          </ac:spMkLst>
        </pc:spChg>
        <pc:spChg chg="mod">
          <ac:chgData name="Jelle van Barneveld" userId="5d01777c010a23b8" providerId="LiveId" clId="{B861BBE3-024A-4C09-8649-B30D11107D8D}" dt="2024-04-04T07:35:06.859" v="2133"/>
          <ac:spMkLst>
            <pc:docMk/>
            <pc:sldMk cId="1835127610" sldId="287"/>
            <ac:spMk id="91" creationId="{8B81272B-727A-CEED-B8AC-97B8603D078E}"/>
          </ac:spMkLst>
        </pc:spChg>
        <pc:spChg chg="mod">
          <ac:chgData name="Jelle van Barneveld" userId="5d01777c010a23b8" providerId="LiveId" clId="{B861BBE3-024A-4C09-8649-B30D11107D8D}" dt="2024-04-04T07:35:06.859" v="2133"/>
          <ac:spMkLst>
            <pc:docMk/>
            <pc:sldMk cId="1835127610" sldId="287"/>
            <ac:spMk id="92" creationId="{6215E648-373A-5CFB-CC3B-AC517D03130E}"/>
          </ac:spMkLst>
        </pc:spChg>
        <pc:spChg chg="add mod">
          <ac:chgData name="Jelle van Barneveld" userId="5d01777c010a23b8" providerId="LiveId" clId="{B861BBE3-024A-4C09-8649-B30D11107D8D}" dt="2024-04-04T07:35:06.920" v="2134" actId="27636"/>
          <ac:spMkLst>
            <pc:docMk/>
            <pc:sldMk cId="1835127610" sldId="287"/>
            <ac:spMk id="93" creationId="{972E9708-8AAC-8AF0-EF9F-4A295121FC7C}"/>
          </ac:spMkLst>
        </pc:spChg>
        <pc:spChg chg="add mod">
          <ac:chgData name="Jelle van Barneveld" userId="5d01777c010a23b8" providerId="LiveId" clId="{B861BBE3-024A-4C09-8649-B30D11107D8D}" dt="2024-04-04T07:35:06.920" v="2134" actId="27636"/>
          <ac:spMkLst>
            <pc:docMk/>
            <pc:sldMk cId="1835127610" sldId="287"/>
            <ac:spMk id="94" creationId="{08B8F85F-2CDB-74C4-2C82-F43C3B727A6C}"/>
          </ac:spMkLst>
        </pc:spChg>
        <pc:spChg chg="add mod">
          <ac:chgData name="Jelle van Barneveld" userId="5d01777c010a23b8" providerId="LiveId" clId="{B861BBE3-024A-4C09-8649-B30D11107D8D}" dt="2024-04-04T07:35:07.455" v="2135"/>
          <ac:spMkLst>
            <pc:docMk/>
            <pc:sldMk cId="1835127610" sldId="287"/>
            <ac:spMk id="95" creationId="{054135AB-D7FD-9114-8A5B-5C0C3CA3544E}"/>
          </ac:spMkLst>
        </pc:spChg>
        <pc:spChg chg="add mod">
          <ac:chgData name="Jelle van Barneveld" userId="5d01777c010a23b8" providerId="LiveId" clId="{B861BBE3-024A-4C09-8649-B30D11107D8D}" dt="2024-04-04T07:35:07.455" v="2135"/>
          <ac:spMkLst>
            <pc:docMk/>
            <pc:sldMk cId="1835127610" sldId="287"/>
            <ac:spMk id="96" creationId="{E937DDCE-EE5B-1655-7940-0EE5A7DFA494}"/>
          </ac:spMkLst>
        </pc:spChg>
        <pc:spChg chg="add del mod">
          <ac:chgData name="Jelle van Barneveld" userId="5d01777c010a23b8" providerId="LiveId" clId="{B861BBE3-024A-4C09-8649-B30D11107D8D}" dt="2024-04-04T07:35:19.666" v="2142" actId="478"/>
          <ac:spMkLst>
            <pc:docMk/>
            <pc:sldMk cId="1835127610" sldId="287"/>
            <ac:spMk id="97" creationId="{411A61BD-9884-F0C5-0D95-54E63ACDFE68}"/>
          </ac:spMkLst>
        </pc:spChg>
        <pc:spChg chg="mod">
          <ac:chgData name="Jelle van Barneveld" userId="5d01777c010a23b8" providerId="LiveId" clId="{B861BBE3-024A-4C09-8649-B30D11107D8D}" dt="2024-04-04T07:44:52.174" v="2530" actId="14100"/>
          <ac:spMkLst>
            <pc:docMk/>
            <pc:sldMk cId="1835127610" sldId="287"/>
            <ac:spMk id="99" creationId="{758FD2D1-B346-15C6-497F-2FBAFCA6AC08}"/>
          </ac:spMkLst>
        </pc:spChg>
        <pc:spChg chg="mod">
          <ac:chgData name="Jelle van Barneveld" userId="5d01777c010a23b8" providerId="LiveId" clId="{B861BBE3-024A-4C09-8649-B30D11107D8D}" dt="2024-04-04T07:44:52.174" v="2530" actId="14100"/>
          <ac:spMkLst>
            <pc:docMk/>
            <pc:sldMk cId="1835127610" sldId="287"/>
            <ac:spMk id="100" creationId="{14BC37A1-2C83-352D-7173-5C19A46766E9}"/>
          </ac:spMkLst>
        </pc:spChg>
        <pc:spChg chg="mod">
          <ac:chgData name="Jelle van Barneveld" userId="5d01777c010a23b8" providerId="LiveId" clId="{B861BBE3-024A-4C09-8649-B30D11107D8D}" dt="2024-04-04T07:44:52.174" v="2530" actId="14100"/>
          <ac:spMkLst>
            <pc:docMk/>
            <pc:sldMk cId="1835127610" sldId="287"/>
            <ac:spMk id="102" creationId="{C07F404C-EBA9-0366-9A88-E8FF53068947}"/>
          </ac:spMkLst>
        </pc:spChg>
        <pc:spChg chg="mod">
          <ac:chgData name="Jelle van Barneveld" userId="5d01777c010a23b8" providerId="LiveId" clId="{B861BBE3-024A-4C09-8649-B30D11107D8D}" dt="2024-04-04T07:44:52.174" v="2530" actId="14100"/>
          <ac:spMkLst>
            <pc:docMk/>
            <pc:sldMk cId="1835127610" sldId="287"/>
            <ac:spMk id="103" creationId="{89C4B00E-213F-DBEA-DB5F-3E018A52B61E}"/>
          </ac:spMkLst>
        </pc:spChg>
        <pc:spChg chg="mod">
          <ac:chgData name="Jelle van Barneveld" userId="5d01777c010a23b8" providerId="LiveId" clId="{B861BBE3-024A-4C09-8649-B30D11107D8D}" dt="2024-04-04T07:44:52.174" v="2530" actId="14100"/>
          <ac:spMkLst>
            <pc:docMk/>
            <pc:sldMk cId="1835127610" sldId="287"/>
            <ac:spMk id="105" creationId="{07D3E26F-18A0-4782-701C-07BAC4713D78}"/>
          </ac:spMkLst>
        </pc:spChg>
        <pc:spChg chg="mod">
          <ac:chgData name="Jelle van Barneveld" userId="5d01777c010a23b8" providerId="LiveId" clId="{B861BBE3-024A-4C09-8649-B30D11107D8D}" dt="2024-04-04T07:44:52.174" v="2530" actId="14100"/>
          <ac:spMkLst>
            <pc:docMk/>
            <pc:sldMk cId="1835127610" sldId="287"/>
            <ac:spMk id="106" creationId="{F7056351-0E67-BF6B-DC64-6D5FB508D099}"/>
          </ac:spMkLst>
        </pc:spChg>
        <pc:spChg chg="add mod">
          <ac:chgData name="Jelle van Barneveld" userId="5d01777c010a23b8" providerId="LiveId" clId="{B861BBE3-024A-4C09-8649-B30D11107D8D}" dt="2024-04-04T07:44:52.174" v="2530" actId="14100"/>
          <ac:spMkLst>
            <pc:docMk/>
            <pc:sldMk cId="1835127610" sldId="287"/>
            <ac:spMk id="107" creationId="{7E16A843-1C8B-BF20-527F-78FD13FA60F8}"/>
          </ac:spMkLst>
        </pc:spChg>
        <pc:spChg chg="add mod">
          <ac:chgData name="Jelle van Barneveld" userId="5d01777c010a23b8" providerId="LiveId" clId="{B861BBE3-024A-4C09-8649-B30D11107D8D}" dt="2024-04-04T07:44:52.174" v="2530" actId="14100"/>
          <ac:spMkLst>
            <pc:docMk/>
            <pc:sldMk cId="1835127610" sldId="287"/>
            <ac:spMk id="108" creationId="{B56201F6-13C6-8078-E73B-FB3F360E9E4D}"/>
          </ac:spMkLst>
        </pc:spChg>
        <pc:spChg chg="add mod">
          <ac:chgData name="Jelle van Barneveld" userId="5d01777c010a23b8" providerId="LiveId" clId="{B861BBE3-024A-4C09-8649-B30D11107D8D}" dt="2024-04-04T07:44:52.174" v="2530" actId="14100"/>
          <ac:spMkLst>
            <pc:docMk/>
            <pc:sldMk cId="1835127610" sldId="287"/>
            <ac:spMk id="109" creationId="{3ABB3959-52E0-EA0B-991C-F38A2B18757D}"/>
          </ac:spMkLst>
        </pc:spChg>
        <pc:spChg chg="add mod">
          <ac:chgData name="Jelle van Barneveld" userId="5d01777c010a23b8" providerId="LiveId" clId="{B861BBE3-024A-4C09-8649-B30D11107D8D}" dt="2024-04-04T07:44:52.174" v="2530" actId="14100"/>
          <ac:spMkLst>
            <pc:docMk/>
            <pc:sldMk cId="1835127610" sldId="287"/>
            <ac:spMk id="110" creationId="{A301EDDA-0770-D0C2-ECC7-47A006ED605D}"/>
          </ac:spMkLst>
        </pc:spChg>
        <pc:spChg chg="add mod">
          <ac:chgData name="Jelle van Barneveld" userId="5d01777c010a23b8" providerId="LiveId" clId="{B861BBE3-024A-4C09-8649-B30D11107D8D}" dt="2024-04-04T07:44:52.174" v="2530" actId="14100"/>
          <ac:spMkLst>
            <pc:docMk/>
            <pc:sldMk cId="1835127610" sldId="287"/>
            <ac:spMk id="111" creationId="{925D7B62-3949-6658-8C8F-E9506F3DECB3}"/>
          </ac:spMkLst>
        </pc:spChg>
        <pc:spChg chg="add mod">
          <ac:chgData name="Jelle van Barneveld" userId="5d01777c010a23b8" providerId="LiveId" clId="{B861BBE3-024A-4C09-8649-B30D11107D8D}" dt="2024-04-04T07:44:52.174" v="2530" actId="14100"/>
          <ac:spMkLst>
            <pc:docMk/>
            <pc:sldMk cId="1835127610" sldId="287"/>
            <ac:spMk id="112" creationId="{7C528A52-92E7-FF9B-D880-AD341CD6869D}"/>
          </ac:spMkLst>
        </pc:spChg>
        <pc:spChg chg="add mod">
          <ac:chgData name="Jelle van Barneveld" userId="5d01777c010a23b8" providerId="LiveId" clId="{B861BBE3-024A-4C09-8649-B30D11107D8D}" dt="2024-04-04T07:44:52.174" v="2530" actId="14100"/>
          <ac:spMkLst>
            <pc:docMk/>
            <pc:sldMk cId="1835127610" sldId="287"/>
            <ac:spMk id="113" creationId="{9102ECD1-1866-D785-B6FB-C217029479A7}"/>
          </ac:spMkLst>
        </pc:spChg>
        <pc:spChg chg="add mod">
          <ac:chgData name="Jelle van Barneveld" userId="5d01777c010a23b8" providerId="LiveId" clId="{B861BBE3-024A-4C09-8649-B30D11107D8D}" dt="2024-04-04T07:44:52.174" v="2530" actId="14100"/>
          <ac:spMkLst>
            <pc:docMk/>
            <pc:sldMk cId="1835127610" sldId="287"/>
            <ac:spMk id="114" creationId="{13861BD6-10D0-2E36-8AFE-FA548D3C2BB3}"/>
          </ac:spMkLst>
        </pc:spChg>
        <pc:spChg chg="add mod">
          <ac:chgData name="Jelle van Barneveld" userId="5d01777c010a23b8" providerId="LiveId" clId="{B861BBE3-024A-4C09-8649-B30D11107D8D}" dt="2024-04-04T07:44:52.174" v="2530" actId="14100"/>
          <ac:spMkLst>
            <pc:docMk/>
            <pc:sldMk cId="1835127610" sldId="287"/>
            <ac:spMk id="115" creationId="{3CE75719-2B8C-E657-FBF2-FCDA804E0B5A}"/>
          </ac:spMkLst>
        </pc:spChg>
        <pc:spChg chg="add mod">
          <ac:chgData name="Jelle van Barneveld" userId="5d01777c010a23b8" providerId="LiveId" clId="{B861BBE3-024A-4C09-8649-B30D11107D8D}" dt="2024-04-04T07:44:52.174" v="2530" actId="14100"/>
          <ac:spMkLst>
            <pc:docMk/>
            <pc:sldMk cId="1835127610" sldId="287"/>
            <ac:spMk id="116" creationId="{24DFBFAD-66F4-5B0F-B8C8-7A10F06DEC8A}"/>
          </ac:spMkLst>
        </pc:spChg>
        <pc:spChg chg="add mod">
          <ac:chgData name="Jelle van Barneveld" userId="5d01777c010a23b8" providerId="LiveId" clId="{B861BBE3-024A-4C09-8649-B30D11107D8D}" dt="2024-04-04T07:44:52.174" v="2530" actId="14100"/>
          <ac:spMkLst>
            <pc:docMk/>
            <pc:sldMk cId="1835127610" sldId="287"/>
            <ac:spMk id="117" creationId="{9514B843-AA57-9A5F-C6CB-DC3A43FE2932}"/>
          </ac:spMkLst>
        </pc:spChg>
        <pc:spChg chg="add mod">
          <ac:chgData name="Jelle van Barneveld" userId="5d01777c010a23b8" providerId="LiveId" clId="{B861BBE3-024A-4C09-8649-B30D11107D8D}" dt="2024-04-04T07:44:52.174" v="2530" actId="14100"/>
          <ac:spMkLst>
            <pc:docMk/>
            <pc:sldMk cId="1835127610" sldId="287"/>
            <ac:spMk id="118" creationId="{D0AFC09D-4D4F-CB46-9283-A9640D0526C9}"/>
          </ac:spMkLst>
        </pc:spChg>
        <pc:spChg chg="add mod">
          <ac:chgData name="Jelle van Barneveld" userId="5d01777c010a23b8" providerId="LiveId" clId="{B861BBE3-024A-4C09-8649-B30D11107D8D}" dt="2024-04-04T07:44:52.174" v="2530" actId="14100"/>
          <ac:spMkLst>
            <pc:docMk/>
            <pc:sldMk cId="1835127610" sldId="287"/>
            <ac:spMk id="119" creationId="{84C90D0C-9CFD-D5F9-ABBF-2F03CE6FC46F}"/>
          </ac:spMkLst>
        </pc:spChg>
        <pc:spChg chg="add mod">
          <ac:chgData name="Jelle van Barneveld" userId="5d01777c010a23b8" providerId="LiveId" clId="{B861BBE3-024A-4C09-8649-B30D11107D8D}" dt="2024-04-04T07:44:52.174" v="2530" actId="14100"/>
          <ac:spMkLst>
            <pc:docMk/>
            <pc:sldMk cId="1835127610" sldId="287"/>
            <ac:spMk id="120" creationId="{4718C316-4E4D-4042-6F8E-4DB5F4B07DFE}"/>
          </ac:spMkLst>
        </pc:spChg>
        <pc:spChg chg="add mod">
          <ac:chgData name="Jelle van Barneveld" userId="5d01777c010a23b8" providerId="LiveId" clId="{B861BBE3-024A-4C09-8649-B30D11107D8D}" dt="2024-04-04T07:44:52.174" v="2530" actId="14100"/>
          <ac:spMkLst>
            <pc:docMk/>
            <pc:sldMk cId="1835127610" sldId="287"/>
            <ac:spMk id="121" creationId="{C6DD90C7-E107-41FD-9F1D-852D4411A118}"/>
          </ac:spMkLst>
        </pc:spChg>
        <pc:spChg chg="add mod">
          <ac:chgData name="Jelle van Barneveld" userId="5d01777c010a23b8" providerId="LiveId" clId="{B861BBE3-024A-4C09-8649-B30D11107D8D}" dt="2024-04-04T07:44:52.174" v="2530" actId="14100"/>
          <ac:spMkLst>
            <pc:docMk/>
            <pc:sldMk cId="1835127610" sldId="287"/>
            <ac:spMk id="122" creationId="{9F198F06-A482-6CA0-8E73-8A456A613BDE}"/>
          </ac:spMkLst>
        </pc:spChg>
        <pc:spChg chg="add mod">
          <ac:chgData name="Jelle van Barneveld" userId="5d01777c010a23b8" providerId="LiveId" clId="{B861BBE3-024A-4C09-8649-B30D11107D8D}" dt="2024-04-04T07:44:52.174" v="2530" actId="14100"/>
          <ac:spMkLst>
            <pc:docMk/>
            <pc:sldMk cId="1835127610" sldId="287"/>
            <ac:spMk id="123" creationId="{8F2778C1-CA69-7F36-1EB7-683AD6157519}"/>
          </ac:spMkLst>
        </pc:spChg>
        <pc:spChg chg="add mod">
          <ac:chgData name="Jelle van Barneveld" userId="5d01777c010a23b8" providerId="LiveId" clId="{B861BBE3-024A-4C09-8649-B30D11107D8D}" dt="2024-04-04T07:44:52.174" v="2530" actId="14100"/>
          <ac:spMkLst>
            <pc:docMk/>
            <pc:sldMk cId="1835127610" sldId="287"/>
            <ac:spMk id="124" creationId="{53760EB5-0FE5-7742-7D3A-6ECDC8166C7C}"/>
          </ac:spMkLst>
        </pc:spChg>
        <pc:spChg chg="add mod">
          <ac:chgData name="Jelle van Barneveld" userId="5d01777c010a23b8" providerId="LiveId" clId="{B861BBE3-024A-4C09-8649-B30D11107D8D}" dt="2024-04-04T07:44:52.174" v="2530" actId="14100"/>
          <ac:spMkLst>
            <pc:docMk/>
            <pc:sldMk cId="1835127610" sldId="287"/>
            <ac:spMk id="125" creationId="{2AEE8A22-3E37-9C1D-16BE-0DC73F9612A9}"/>
          </ac:spMkLst>
        </pc:spChg>
        <pc:spChg chg="add mod">
          <ac:chgData name="Jelle van Barneveld" userId="5d01777c010a23b8" providerId="LiveId" clId="{B861BBE3-024A-4C09-8649-B30D11107D8D}" dt="2024-04-04T07:44:52.174" v="2530" actId="14100"/>
          <ac:spMkLst>
            <pc:docMk/>
            <pc:sldMk cId="1835127610" sldId="287"/>
            <ac:spMk id="126" creationId="{3C7C645F-B496-8691-C74D-596158880F77}"/>
          </ac:spMkLst>
        </pc:spChg>
        <pc:spChg chg="add mod">
          <ac:chgData name="Jelle van Barneveld" userId="5d01777c010a23b8" providerId="LiveId" clId="{B861BBE3-024A-4C09-8649-B30D11107D8D}" dt="2024-04-04T07:44:52.174" v="2530" actId="14100"/>
          <ac:spMkLst>
            <pc:docMk/>
            <pc:sldMk cId="1835127610" sldId="287"/>
            <ac:spMk id="127" creationId="{B8BBD0BE-6877-96DA-EDC9-3AA35B3E95CE}"/>
          </ac:spMkLst>
        </pc:spChg>
        <pc:spChg chg="add mod">
          <ac:chgData name="Jelle van Barneveld" userId="5d01777c010a23b8" providerId="LiveId" clId="{B861BBE3-024A-4C09-8649-B30D11107D8D}" dt="2024-04-04T07:44:52.174" v="2530" actId="14100"/>
          <ac:spMkLst>
            <pc:docMk/>
            <pc:sldMk cId="1835127610" sldId="287"/>
            <ac:spMk id="128" creationId="{72B3363A-D830-BEBB-9D66-BB5E4A909296}"/>
          </ac:spMkLst>
        </pc:spChg>
        <pc:spChg chg="add mod">
          <ac:chgData name="Jelle van Barneveld" userId="5d01777c010a23b8" providerId="LiveId" clId="{B861BBE3-024A-4C09-8649-B30D11107D8D}" dt="2024-04-04T07:44:52.174" v="2530" actId="14100"/>
          <ac:spMkLst>
            <pc:docMk/>
            <pc:sldMk cId="1835127610" sldId="287"/>
            <ac:spMk id="129" creationId="{2EF8E173-19CB-A564-AEFD-4F4AEB608582}"/>
          </ac:spMkLst>
        </pc:spChg>
        <pc:spChg chg="add mod">
          <ac:chgData name="Jelle van Barneveld" userId="5d01777c010a23b8" providerId="LiveId" clId="{B861BBE3-024A-4C09-8649-B30D11107D8D}" dt="2024-04-04T07:44:52.174" v="2530" actId="14100"/>
          <ac:spMkLst>
            <pc:docMk/>
            <pc:sldMk cId="1835127610" sldId="287"/>
            <ac:spMk id="130" creationId="{31A54E8A-5743-0F67-3159-35A947AC2D9D}"/>
          </ac:spMkLst>
        </pc:spChg>
        <pc:spChg chg="add mod">
          <ac:chgData name="Jelle van Barneveld" userId="5d01777c010a23b8" providerId="LiveId" clId="{B861BBE3-024A-4C09-8649-B30D11107D8D}" dt="2024-04-04T07:44:52.174" v="2530" actId="14100"/>
          <ac:spMkLst>
            <pc:docMk/>
            <pc:sldMk cId="1835127610" sldId="287"/>
            <ac:spMk id="131" creationId="{0C7EDCB9-6019-3EB4-DAE9-AD9B009BF8C5}"/>
          </ac:spMkLst>
        </pc:spChg>
        <pc:spChg chg="add mod">
          <ac:chgData name="Jelle van Barneveld" userId="5d01777c010a23b8" providerId="LiveId" clId="{B861BBE3-024A-4C09-8649-B30D11107D8D}" dt="2024-04-04T07:44:52.174" v="2530" actId="14100"/>
          <ac:spMkLst>
            <pc:docMk/>
            <pc:sldMk cId="1835127610" sldId="287"/>
            <ac:spMk id="132" creationId="{30FE89B2-CB9B-D5E5-D08F-3B917F8DB932}"/>
          </ac:spMkLst>
        </pc:spChg>
        <pc:spChg chg="mod">
          <ac:chgData name="Jelle van Barneveld" userId="5d01777c010a23b8" providerId="LiveId" clId="{B861BBE3-024A-4C09-8649-B30D11107D8D}" dt="2024-04-04T07:44:52.174" v="2530" actId="14100"/>
          <ac:spMkLst>
            <pc:docMk/>
            <pc:sldMk cId="1835127610" sldId="287"/>
            <ac:spMk id="135" creationId="{99CE7B20-01DB-E4C4-4F20-02697DCFD002}"/>
          </ac:spMkLst>
        </pc:spChg>
        <pc:spChg chg="mod">
          <ac:chgData name="Jelle van Barneveld" userId="5d01777c010a23b8" providerId="LiveId" clId="{B861BBE3-024A-4C09-8649-B30D11107D8D}" dt="2024-04-04T07:44:52.174" v="2530" actId="14100"/>
          <ac:spMkLst>
            <pc:docMk/>
            <pc:sldMk cId="1835127610" sldId="287"/>
            <ac:spMk id="136" creationId="{17F03BC7-79EF-DD65-A835-186BBF3CC75D}"/>
          </ac:spMkLst>
        </pc:spChg>
        <pc:spChg chg="mod">
          <ac:chgData name="Jelle van Barneveld" userId="5d01777c010a23b8" providerId="LiveId" clId="{B861BBE3-024A-4C09-8649-B30D11107D8D}" dt="2024-04-04T07:44:52.174" v="2530" actId="14100"/>
          <ac:spMkLst>
            <pc:docMk/>
            <pc:sldMk cId="1835127610" sldId="287"/>
            <ac:spMk id="137" creationId="{9ED57592-A03C-5FE3-7366-C9611F583A38}"/>
          </ac:spMkLst>
        </pc:spChg>
        <pc:spChg chg="mod">
          <ac:chgData name="Jelle van Barneveld" userId="5d01777c010a23b8" providerId="LiveId" clId="{B861BBE3-024A-4C09-8649-B30D11107D8D}" dt="2024-04-04T07:44:52.174" v="2530" actId="14100"/>
          <ac:spMkLst>
            <pc:docMk/>
            <pc:sldMk cId="1835127610" sldId="287"/>
            <ac:spMk id="138" creationId="{21ACF6EE-3FF9-FCA8-3D83-930A36632C4D}"/>
          </ac:spMkLst>
        </pc:spChg>
        <pc:spChg chg="add del mod">
          <ac:chgData name="Jelle van Barneveld" userId="5d01777c010a23b8" providerId="LiveId" clId="{B861BBE3-024A-4C09-8649-B30D11107D8D}" dt="2024-04-04T07:35:16.710" v="2141" actId="478"/>
          <ac:spMkLst>
            <pc:docMk/>
            <pc:sldMk cId="1835127610" sldId="287"/>
            <ac:spMk id="139" creationId="{D4018D52-B608-5617-59AE-E022D590F378}"/>
          </ac:spMkLst>
        </pc:spChg>
        <pc:spChg chg="add mod">
          <ac:chgData name="Jelle van Barneveld" userId="5d01777c010a23b8" providerId="LiveId" clId="{B861BBE3-024A-4C09-8649-B30D11107D8D}" dt="2024-04-04T07:44:52.174" v="2530" actId="14100"/>
          <ac:spMkLst>
            <pc:docMk/>
            <pc:sldMk cId="1835127610" sldId="287"/>
            <ac:spMk id="140" creationId="{D1E1EE36-829F-3BB4-4768-50EDA5C33E8F}"/>
          </ac:spMkLst>
        </pc:spChg>
        <pc:spChg chg="add del mod">
          <ac:chgData name="Jelle van Barneveld" userId="5d01777c010a23b8" providerId="LiveId" clId="{B861BBE3-024A-4C09-8649-B30D11107D8D}" dt="2024-04-04T07:35:25.106" v="2144" actId="478"/>
          <ac:spMkLst>
            <pc:docMk/>
            <pc:sldMk cId="1835127610" sldId="287"/>
            <ac:spMk id="141" creationId="{9FB93F4F-370A-7E0C-9AE0-D64C47EB11E0}"/>
          </ac:spMkLst>
        </pc:spChg>
        <pc:spChg chg="add del mod">
          <ac:chgData name="Jelle van Barneveld" userId="5d01777c010a23b8" providerId="LiveId" clId="{B861BBE3-024A-4C09-8649-B30D11107D8D}" dt="2024-04-04T07:38:31.676" v="2378" actId="478"/>
          <ac:spMkLst>
            <pc:docMk/>
            <pc:sldMk cId="1835127610" sldId="287"/>
            <ac:spMk id="142" creationId="{CFDB7001-8943-E338-3B18-942A42682E96}"/>
          </ac:spMkLst>
        </pc:spChg>
        <pc:spChg chg="add del mod">
          <ac:chgData name="Jelle van Barneveld" userId="5d01777c010a23b8" providerId="LiveId" clId="{B861BBE3-024A-4C09-8649-B30D11107D8D}" dt="2024-04-04T07:35:21.829" v="2143" actId="478"/>
          <ac:spMkLst>
            <pc:docMk/>
            <pc:sldMk cId="1835127610" sldId="287"/>
            <ac:spMk id="144" creationId="{CAEEB95D-3213-ADDF-7DDA-1BD6C6BE766E}"/>
          </ac:spMkLst>
        </pc:spChg>
        <pc:grpChg chg="add mod">
          <ac:chgData name="Jelle van Barneveld" userId="5d01777c010a23b8" providerId="LiveId" clId="{B861BBE3-024A-4C09-8649-B30D11107D8D}" dt="2024-04-04T07:35:06.920" v="2134" actId="27636"/>
          <ac:grpSpMkLst>
            <pc:docMk/>
            <pc:sldMk cId="1835127610" sldId="287"/>
            <ac:grpSpMk id="3" creationId="{DD120129-0EBA-18C0-4351-F5B2EA5EB476}"/>
          </ac:grpSpMkLst>
        </pc:grpChg>
        <pc:grpChg chg="del">
          <ac:chgData name="Jelle van Barneveld" userId="5d01777c010a23b8" providerId="LiveId" clId="{B861BBE3-024A-4C09-8649-B30D11107D8D}" dt="2024-04-04T07:35:12.695" v="2138" actId="478"/>
          <ac:grpSpMkLst>
            <pc:docMk/>
            <pc:sldMk cId="1835127610" sldId="287"/>
            <ac:grpSpMk id="38" creationId="{6FD73AE2-1B70-FB7F-7255-53089BD6A7CC}"/>
          </ac:grpSpMkLst>
        </pc:grpChg>
        <pc:grpChg chg="del">
          <ac:chgData name="Jelle van Barneveld" userId="5d01777c010a23b8" providerId="LiveId" clId="{B861BBE3-024A-4C09-8649-B30D11107D8D}" dt="2024-04-04T07:35:12.695" v="2138" actId="478"/>
          <ac:grpSpMkLst>
            <pc:docMk/>
            <pc:sldMk cId="1835127610" sldId="287"/>
            <ac:grpSpMk id="48" creationId="{9FF9CCC5-0FA5-57CA-D337-86FCDBCFBA5B}"/>
          </ac:grpSpMkLst>
        </pc:grpChg>
        <pc:grpChg chg="add mod">
          <ac:chgData name="Jelle van Barneveld" userId="5d01777c010a23b8" providerId="LiveId" clId="{B861BBE3-024A-4C09-8649-B30D11107D8D}" dt="2024-04-04T07:35:06.920" v="2134" actId="27636"/>
          <ac:grpSpMkLst>
            <pc:docMk/>
            <pc:sldMk cId="1835127610" sldId="287"/>
            <ac:grpSpMk id="54" creationId="{E9E703CE-69B8-D5A2-C917-4230CB6C81CC}"/>
          </ac:grpSpMkLst>
        </pc:grpChg>
        <pc:grpChg chg="add mod">
          <ac:chgData name="Jelle van Barneveld" userId="5d01777c010a23b8" providerId="LiveId" clId="{B861BBE3-024A-4C09-8649-B30D11107D8D}" dt="2024-04-04T07:35:06.920" v="2134" actId="27636"/>
          <ac:grpSpMkLst>
            <pc:docMk/>
            <pc:sldMk cId="1835127610" sldId="287"/>
            <ac:grpSpMk id="58" creationId="{998949C5-8165-7F49-45AA-E17CE6B368C4}"/>
          </ac:grpSpMkLst>
        </pc:grpChg>
        <pc:grpChg chg="add mod">
          <ac:chgData name="Jelle van Barneveld" userId="5d01777c010a23b8" providerId="LiveId" clId="{B861BBE3-024A-4C09-8649-B30D11107D8D}" dt="2024-04-04T07:35:06.920" v="2134" actId="27636"/>
          <ac:grpSpMkLst>
            <pc:docMk/>
            <pc:sldMk cId="1835127610" sldId="287"/>
            <ac:grpSpMk id="87" creationId="{9FC9B58D-72EA-9538-9782-003694F2F56A}"/>
          </ac:grpSpMkLst>
        </pc:grpChg>
        <pc:grpChg chg="mod">
          <ac:chgData name="Jelle van Barneveld" userId="5d01777c010a23b8" providerId="LiveId" clId="{B861BBE3-024A-4C09-8649-B30D11107D8D}" dt="2024-04-04T07:35:06.859" v="2133"/>
          <ac:grpSpMkLst>
            <pc:docMk/>
            <pc:sldMk cId="1835127610" sldId="287"/>
            <ac:grpSpMk id="88" creationId="{4B14E3D8-8B55-98E4-DEA0-AB7FAA10C896}"/>
          </ac:grpSpMkLst>
        </pc:grpChg>
        <pc:grpChg chg="add mod">
          <ac:chgData name="Jelle van Barneveld" userId="5d01777c010a23b8" providerId="LiveId" clId="{B861BBE3-024A-4C09-8649-B30D11107D8D}" dt="2024-04-04T07:44:52.174" v="2530" actId="14100"/>
          <ac:grpSpMkLst>
            <pc:docMk/>
            <pc:sldMk cId="1835127610" sldId="287"/>
            <ac:grpSpMk id="98" creationId="{AEA110F4-4BB8-A17D-2A17-2769B53EE21B}"/>
          </ac:grpSpMkLst>
        </pc:grpChg>
        <pc:grpChg chg="add mod">
          <ac:chgData name="Jelle van Barneveld" userId="5d01777c010a23b8" providerId="LiveId" clId="{B861BBE3-024A-4C09-8649-B30D11107D8D}" dt="2024-04-04T07:44:52.174" v="2530" actId="14100"/>
          <ac:grpSpMkLst>
            <pc:docMk/>
            <pc:sldMk cId="1835127610" sldId="287"/>
            <ac:grpSpMk id="101" creationId="{07760BEC-3555-5F0C-73BC-A52DFA69F0E0}"/>
          </ac:grpSpMkLst>
        </pc:grpChg>
        <pc:grpChg chg="add mod">
          <ac:chgData name="Jelle van Barneveld" userId="5d01777c010a23b8" providerId="LiveId" clId="{B861BBE3-024A-4C09-8649-B30D11107D8D}" dt="2024-04-04T07:44:52.174" v="2530" actId="14100"/>
          <ac:grpSpMkLst>
            <pc:docMk/>
            <pc:sldMk cId="1835127610" sldId="287"/>
            <ac:grpSpMk id="104" creationId="{80361BF3-7E03-6DCF-E6D6-359594FCCBF4}"/>
          </ac:grpSpMkLst>
        </pc:grpChg>
        <pc:grpChg chg="add mod">
          <ac:chgData name="Jelle van Barneveld" userId="5d01777c010a23b8" providerId="LiveId" clId="{B861BBE3-024A-4C09-8649-B30D11107D8D}" dt="2024-04-04T07:44:52.174" v="2530" actId="14100"/>
          <ac:grpSpMkLst>
            <pc:docMk/>
            <pc:sldMk cId="1835127610" sldId="287"/>
            <ac:grpSpMk id="133" creationId="{752FDA3A-99AC-ABFB-27B8-B4807370EF83}"/>
          </ac:grpSpMkLst>
        </pc:grpChg>
        <pc:grpChg chg="mod">
          <ac:chgData name="Jelle van Barneveld" userId="5d01777c010a23b8" providerId="LiveId" clId="{B861BBE3-024A-4C09-8649-B30D11107D8D}" dt="2024-04-04T07:44:52.174" v="2530" actId="14100"/>
          <ac:grpSpMkLst>
            <pc:docMk/>
            <pc:sldMk cId="1835127610" sldId="287"/>
            <ac:grpSpMk id="134" creationId="{BB44FB08-3DBB-DC82-5A9B-DE19D7D2B5EC}"/>
          </ac:grpSpMkLst>
        </pc:grpChg>
        <pc:cxnChg chg="add mod">
          <ac:chgData name="Jelle van Barneveld" userId="5d01777c010a23b8" providerId="LiveId" clId="{B861BBE3-024A-4C09-8649-B30D11107D8D}" dt="2024-04-04T07:44:52.174" v="2530" actId="14100"/>
          <ac:cxnSpMkLst>
            <pc:docMk/>
            <pc:sldMk cId="1835127610" sldId="287"/>
            <ac:cxnSpMk id="3" creationId="{9B6A0B02-923E-FE7A-4F21-596B01B758F8}"/>
          </ac:cxnSpMkLst>
        </pc:cxnChg>
        <pc:cxnChg chg="add mod">
          <ac:chgData name="Jelle van Barneveld" userId="5d01777c010a23b8" providerId="LiveId" clId="{B861BBE3-024A-4C09-8649-B30D11107D8D}" dt="2024-04-04T07:43:50.568" v="2425" actId="1076"/>
          <ac:cxnSpMkLst>
            <pc:docMk/>
            <pc:sldMk cId="1835127610" sldId="287"/>
            <ac:cxnSpMk id="10" creationId="{5C8839F8-5C9C-0EFD-CD09-286AD10762E9}"/>
          </ac:cxnSpMkLst>
        </pc:cxnChg>
        <pc:cxnChg chg="add mod">
          <ac:chgData name="Jelle van Barneveld" userId="5d01777c010a23b8" providerId="LiveId" clId="{B861BBE3-024A-4C09-8649-B30D11107D8D}" dt="2024-04-04T07:43:49.384" v="2423" actId="14100"/>
          <ac:cxnSpMkLst>
            <pc:docMk/>
            <pc:sldMk cId="1835127610" sldId="287"/>
            <ac:cxnSpMk id="12" creationId="{56C84054-0DB4-0A61-0E38-070E7417A352}"/>
          </ac:cxnSpMkLst>
        </pc:cxnChg>
        <pc:cxnChg chg="add mod">
          <ac:chgData name="Jelle van Barneveld" userId="5d01777c010a23b8" providerId="LiveId" clId="{B861BBE3-024A-4C09-8649-B30D11107D8D}" dt="2024-04-04T07:43:48.430" v="2421" actId="14100"/>
          <ac:cxnSpMkLst>
            <pc:docMk/>
            <pc:sldMk cId="1835127610" sldId="287"/>
            <ac:cxnSpMk id="15" creationId="{FBA49B78-CB0A-89FC-3211-2809CC8D3DC8}"/>
          </ac:cxnSpMkLst>
        </pc:cxnChg>
        <pc:cxnChg chg="add mod">
          <ac:chgData name="Jelle van Barneveld" userId="5d01777c010a23b8" providerId="LiveId" clId="{B861BBE3-024A-4C09-8649-B30D11107D8D}" dt="2024-04-04T07:44:52.174" v="2530" actId="14100"/>
          <ac:cxnSpMkLst>
            <pc:docMk/>
            <pc:sldMk cId="1835127610" sldId="287"/>
            <ac:cxnSpMk id="21" creationId="{95C9AE27-D2BD-9442-1EA2-564C61F71216}"/>
          </ac:cxnSpMkLst>
        </pc:cxnChg>
        <pc:cxnChg chg="add mod">
          <ac:chgData name="Jelle van Barneveld" userId="5d01777c010a23b8" providerId="LiveId" clId="{B861BBE3-024A-4C09-8649-B30D11107D8D}" dt="2024-04-04T07:44:52.174" v="2530" actId="14100"/>
          <ac:cxnSpMkLst>
            <pc:docMk/>
            <pc:sldMk cId="1835127610" sldId="287"/>
            <ac:cxnSpMk id="24" creationId="{6DBC459D-1B11-E14B-2045-D3B999298F1D}"/>
          </ac:cxnSpMkLst>
        </pc:cxnChg>
      </pc:sldChg>
      <pc:sldChg chg="add del">
        <pc:chgData name="Jelle van Barneveld" userId="5d01777c010a23b8" providerId="LiveId" clId="{B861BBE3-024A-4C09-8649-B30D11107D8D}" dt="2024-04-04T07:31:24.512" v="1943"/>
        <pc:sldMkLst>
          <pc:docMk/>
          <pc:sldMk cId="587235849" sldId="288"/>
        </pc:sldMkLst>
      </pc:sldChg>
      <pc:sldChg chg="addSp delSp modSp add mod modTransition">
        <pc:chgData name="Jelle van Barneveld" userId="5d01777c010a23b8" providerId="LiveId" clId="{B861BBE3-024A-4C09-8649-B30D11107D8D}" dt="2024-04-04T07:39:29.226" v="2386"/>
        <pc:sldMkLst>
          <pc:docMk/>
          <pc:sldMk cId="1152541454" sldId="288"/>
        </pc:sldMkLst>
        <pc:spChg chg="add del mod">
          <ac:chgData name="Jelle van Barneveld" userId="5d01777c010a23b8" providerId="LiveId" clId="{B861BBE3-024A-4C09-8649-B30D11107D8D}" dt="2024-04-04T07:36:21.795" v="2227" actId="478"/>
          <ac:spMkLst>
            <pc:docMk/>
            <pc:sldMk cId="1152541454" sldId="288"/>
            <ac:spMk id="2" creationId="{6E2CD2CC-4ABF-696D-E144-EBFFC9764799}"/>
          </ac:spMkLst>
        </pc:spChg>
        <pc:spChg chg="add mod">
          <ac:chgData name="Jelle van Barneveld" userId="5d01777c010a23b8" providerId="LiveId" clId="{B861BBE3-024A-4C09-8649-B30D11107D8D}" dt="2024-04-04T07:36:15.726" v="2226" actId="27636"/>
          <ac:spMkLst>
            <pc:docMk/>
            <pc:sldMk cId="1152541454" sldId="288"/>
            <ac:spMk id="3" creationId="{AE934868-7D26-F8DA-B5DD-9CD1A32A9769}"/>
          </ac:spMkLst>
        </pc:spChg>
        <pc:spChg chg="add mod">
          <ac:chgData name="Jelle van Barneveld" userId="5d01777c010a23b8" providerId="LiveId" clId="{B861BBE3-024A-4C09-8649-B30D11107D8D}" dt="2024-04-04T07:36:15.726" v="2226" actId="27636"/>
          <ac:spMkLst>
            <pc:docMk/>
            <pc:sldMk cId="1152541454" sldId="288"/>
            <ac:spMk id="4" creationId="{F2D2091F-169B-5ED6-BD93-25D8A317779C}"/>
          </ac:spMkLst>
        </pc:spChg>
        <pc:spChg chg="mod">
          <ac:chgData name="Jelle van Barneveld" userId="5d01777c010a23b8" providerId="LiveId" clId="{B861BBE3-024A-4C09-8649-B30D11107D8D}" dt="2024-04-04T07:35:50.628" v="2222" actId="20577"/>
          <ac:spMkLst>
            <pc:docMk/>
            <pc:sldMk cId="1152541454" sldId="288"/>
            <ac:spMk id="9" creationId="{03F21FE5-01A9-1CF9-6E21-6F1087E0E0FE}"/>
          </ac:spMkLst>
        </pc:spChg>
        <pc:spChg chg="add mod">
          <ac:chgData name="Jelle van Barneveld" userId="5d01777c010a23b8" providerId="LiveId" clId="{B861BBE3-024A-4C09-8649-B30D11107D8D}" dt="2024-04-04T07:36:15.726" v="2226" actId="27636"/>
          <ac:spMkLst>
            <pc:docMk/>
            <pc:sldMk cId="1152541454" sldId="288"/>
            <ac:spMk id="10" creationId="{3DCEF880-AA3E-84FF-D54A-A2CD2A07820D}"/>
          </ac:spMkLst>
        </pc:spChg>
        <pc:spChg chg="add mod">
          <ac:chgData name="Jelle van Barneveld" userId="5d01777c010a23b8" providerId="LiveId" clId="{B861BBE3-024A-4C09-8649-B30D11107D8D}" dt="2024-04-04T07:36:15.726" v="2226" actId="27636"/>
          <ac:spMkLst>
            <pc:docMk/>
            <pc:sldMk cId="1152541454" sldId="288"/>
            <ac:spMk id="11" creationId="{6A6642D6-8C6D-3D9A-5265-231C2DD59DF0}"/>
          </ac:spMkLst>
        </pc:spChg>
        <pc:spChg chg="add mod">
          <ac:chgData name="Jelle van Barneveld" userId="5d01777c010a23b8" providerId="LiveId" clId="{B861BBE3-024A-4C09-8649-B30D11107D8D}" dt="2024-04-04T07:36:15.726" v="2226" actId="27636"/>
          <ac:spMkLst>
            <pc:docMk/>
            <pc:sldMk cId="1152541454" sldId="288"/>
            <ac:spMk id="12" creationId="{FCB2A5E8-87FF-90AD-7DB1-7459B2E7E133}"/>
          </ac:spMkLst>
        </pc:spChg>
        <pc:spChg chg="add mod">
          <ac:chgData name="Jelle van Barneveld" userId="5d01777c010a23b8" providerId="LiveId" clId="{B861BBE3-024A-4C09-8649-B30D11107D8D}" dt="2024-04-04T07:36:15.726" v="2226" actId="27636"/>
          <ac:spMkLst>
            <pc:docMk/>
            <pc:sldMk cId="1152541454" sldId="288"/>
            <ac:spMk id="13" creationId="{602088EB-4652-2AFF-441C-0DB17D4E0070}"/>
          </ac:spMkLst>
        </pc:spChg>
        <pc:spChg chg="add mod">
          <ac:chgData name="Jelle van Barneveld" userId="5d01777c010a23b8" providerId="LiveId" clId="{B861BBE3-024A-4C09-8649-B30D11107D8D}" dt="2024-04-04T07:36:15.726" v="2226" actId="27636"/>
          <ac:spMkLst>
            <pc:docMk/>
            <pc:sldMk cId="1152541454" sldId="288"/>
            <ac:spMk id="14" creationId="{0D489951-D7D4-3977-7099-C6AF281DD71E}"/>
          </ac:spMkLst>
        </pc:spChg>
        <pc:spChg chg="add mod">
          <ac:chgData name="Jelle van Barneveld" userId="5d01777c010a23b8" providerId="LiveId" clId="{B861BBE3-024A-4C09-8649-B30D11107D8D}" dt="2024-04-04T07:36:15.726" v="2226" actId="27636"/>
          <ac:spMkLst>
            <pc:docMk/>
            <pc:sldMk cId="1152541454" sldId="288"/>
            <ac:spMk id="15" creationId="{BD5C3AC3-D567-AD45-924A-A8BDCF06B54E}"/>
          </ac:spMkLst>
        </pc:spChg>
        <pc:spChg chg="add mod">
          <ac:chgData name="Jelle van Barneveld" userId="5d01777c010a23b8" providerId="LiveId" clId="{B861BBE3-024A-4C09-8649-B30D11107D8D}" dt="2024-04-04T07:36:15.726" v="2226" actId="27636"/>
          <ac:spMkLst>
            <pc:docMk/>
            <pc:sldMk cId="1152541454" sldId="288"/>
            <ac:spMk id="16" creationId="{85463158-4E8F-A790-882D-AD5CC2E374BF}"/>
          </ac:spMkLst>
        </pc:spChg>
        <pc:spChg chg="add mod">
          <ac:chgData name="Jelle van Barneveld" userId="5d01777c010a23b8" providerId="LiveId" clId="{B861BBE3-024A-4C09-8649-B30D11107D8D}" dt="2024-04-04T07:36:15.726" v="2226" actId="27636"/>
          <ac:spMkLst>
            <pc:docMk/>
            <pc:sldMk cId="1152541454" sldId="288"/>
            <ac:spMk id="17" creationId="{940199E2-AB51-ABFD-3472-B6E7240F3CAB}"/>
          </ac:spMkLst>
        </pc:spChg>
        <pc:spChg chg="add mod">
          <ac:chgData name="Jelle van Barneveld" userId="5d01777c010a23b8" providerId="LiveId" clId="{B861BBE3-024A-4C09-8649-B30D11107D8D}" dt="2024-04-04T07:36:15.726" v="2226" actId="27636"/>
          <ac:spMkLst>
            <pc:docMk/>
            <pc:sldMk cId="1152541454" sldId="288"/>
            <ac:spMk id="18" creationId="{EF33A61D-206C-F2CB-8E16-3BBD82BA1F77}"/>
          </ac:spMkLst>
        </pc:spChg>
        <pc:spChg chg="add mod">
          <ac:chgData name="Jelle van Barneveld" userId="5d01777c010a23b8" providerId="LiveId" clId="{B861BBE3-024A-4C09-8649-B30D11107D8D}" dt="2024-04-04T07:36:15.726" v="2226" actId="27636"/>
          <ac:spMkLst>
            <pc:docMk/>
            <pc:sldMk cId="1152541454" sldId="288"/>
            <ac:spMk id="19" creationId="{A339D666-BA0D-4556-F2CA-8A20D24C42B0}"/>
          </ac:spMkLst>
        </pc:spChg>
        <pc:spChg chg="add mod">
          <ac:chgData name="Jelle van Barneveld" userId="5d01777c010a23b8" providerId="LiveId" clId="{B861BBE3-024A-4C09-8649-B30D11107D8D}" dt="2024-04-04T07:36:15.726" v="2226" actId="27636"/>
          <ac:spMkLst>
            <pc:docMk/>
            <pc:sldMk cId="1152541454" sldId="288"/>
            <ac:spMk id="20" creationId="{54535F25-8EFF-EF17-C96E-B3E932F37C34}"/>
          </ac:spMkLst>
        </pc:spChg>
        <pc:spChg chg="add mod">
          <ac:chgData name="Jelle van Barneveld" userId="5d01777c010a23b8" providerId="LiveId" clId="{B861BBE3-024A-4C09-8649-B30D11107D8D}" dt="2024-04-04T07:36:15.726" v="2226" actId="27636"/>
          <ac:spMkLst>
            <pc:docMk/>
            <pc:sldMk cId="1152541454" sldId="288"/>
            <ac:spMk id="21" creationId="{D6F3C3FA-21B9-1C2F-F1FA-9A305CF17CCB}"/>
          </ac:spMkLst>
        </pc:spChg>
        <pc:spChg chg="add mod">
          <ac:chgData name="Jelle van Barneveld" userId="5d01777c010a23b8" providerId="LiveId" clId="{B861BBE3-024A-4C09-8649-B30D11107D8D}" dt="2024-04-04T07:36:15.726" v="2226" actId="27636"/>
          <ac:spMkLst>
            <pc:docMk/>
            <pc:sldMk cId="1152541454" sldId="288"/>
            <ac:spMk id="22" creationId="{55B815F5-11C2-E36A-84FD-86CC63371600}"/>
          </ac:spMkLst>
        </pc:spChg>
        <pc:spChg chg="add mod">
          <ac:chgData name="Jelle van Barneveld" userId="5d01777c010a23b8" providerId="LiveId" clId="{B861BBE3-024A-4C09-8649-B30D11107D8D}" dt="2024-04-04T07:36:15.726" v="2226" actId="27636"/>
          <ac:spMkLst>
            <pc:docMk/>
            <pc:sldMk cId="1152541454" sldId="288"/>
            <ac:spMk id="23" creationId="{824365A0-99DE-7F53-DA17-6E5209F9193F}"/>
          </ac:spMkLst>
        </pc:spChg>
        <pc:spChg chg="add mod">
          <ac:chgData name="Jelle van Barneveld" userId="5d01777c010a23b8" providerId="LiveId" clId="{B861BBE3-024A-4C09-8649-B30D11107D8D}" dt="2024-04-04T07:36:15.726" v="2226" actId="27636"/>
          <ac:spMkLst>
            <pc:docMk/>
            <pc:sldMk cId="1152541454" sldId="288"/>
            <ac:spMk id="24" creationId="{4B4ACB8C-47D7-B2F5-C468-43F93AA91FBD}"/>
          </ac:spMkLst>
        </pc:spChg>
        <pc:spChg chg="add mod">
          <ac:chgData name="Jelle van Barneveld" userId="5d01777c010a23b8" providerId="LiveId" clId="{B861BBE3-024A-4C09-8649-B30D11107D8D}" dt="2024-04-04T07:36:15.726" v="2226" actId="27636"/>
          <ac:spMkLst>
            <pc:docMk/>
            <pc:sldMk cId="1152541454" sldId="288"/>
            <ac:spMk id="25" creationId="{19F0F944-4846-BDAA-E153-72CD818DBEA5}"/>
          </ac:spMkLst>
        </pc:spChg>
        <pc:spChg chg="add mod">
          <ac:chgData name="Jelle van Barneveld" userId="5d01777c010a23b8" providerId="LiveId" clId="{B861BBE3-024A-4C09-8649-B30D11107D8D}" dt="2024-04-04T07:36:15.726" v="2226" actId="27636"/>
          <ac:spMkLst>
            <pc:docMk/>
            <pc:sldMk cId="1152541454" sldId="288"/>
            <ac:spMk id="26" creationId="{2117103D-0719-DBE7-3F19-B97C226E8773}"/>
          </ac:spMkLst>
        </pc:spChg>
        <pc:spChg chg="add mod">
          <ac:chgData name="Jelle van Barneveld" userId="5d01777c010a23b8" providerId="LiveId" clId="{B861BBE3-024A-4C09-8649-B30D11107D8D}" dt="2024-04-04T07:36:15.726" v="2226" actId="27636"/>
          <ac:spMkLst>
            <pc:docMk/>
            <pc:sldMk cId="1152541454" sldId="288"/>
            <ac:spMk id="27" creationId="{2C21A8B6-07A7-EC9A-61DB-4A1BEAD56B05}"/>
          </ac:spMkLst>
        </pc:spChg>
        <pc:spChg chg="add mod">
          <ac:chgData name="Jelle van Barneveld" userId="5d01777c010a23b8" providerId="LiveId" clId="{B861BBE3-024A-4C09-8649-B30D11107D8D}" dt="2024-04-04T07:36:15.726" v="2226" actId="27636"/>
          <ac:spMkLst>
            <pc:docMk/>
            <pc:sldMk cId="1152541454" sldId="288"/>
            <ac:spMk id="28" creationId="{4FB1F553-56F7-185A-5B91-4BE4FA720F77}"/>
          </ac:spMkLst>
        </pc:spChg>
        <pc:spChg chg="add mod">
          <ac:chgData name="Jelle van Barneveld" userId="5d01777c010a23b8" providerId="LiveId" clId="{B861BBE3-024A-4C09-8649-B30D11107D8D}" dt="2024-04-04T07:36:15.726" v="2226" actId="27636"/>
          <ac:spMkLst>
            <pc:docMk/>
            <pc:sldMk cId="1152541454" sldId="288"/>
            <ac:spMk id="29" creationId="{EEF5E9F6-7F38-E70A-390C-1EFDE5BE9B37}"/>
          </ac:spMkLst>
        </pc:spChg>
        <pc:spChg chg="add mod">
          <ac:chgData name="Jelle van Barneveld" userId="5d01777c010a23b8" providerId="LiveId" clId="{B861BBE3-024A-4C09-8649-B30D11107D8D}" dt="2024-04-04T07:36:15.726" v="2226" actId="27636"/>
          <ac:spMkLst>
            <pc:docMk/>
            <pc:sldMk cId="1152541454" sldId="288"/>
            <ac:spMk id="30" creationId="{16670E0E-621D-D1E2-D2A7-D636073F1DB4}"/>
          </ac:spMkLst>
        </pc:spChg>
        <pc:spChg chg="add mod">
          <ac:chgData name="Jelle van Barneveld" userId="5d01777c010a23b8" providerId="LiveId" clId="{B861BBE3-024A-4C09-8649-B30D11107D8D}" dt="2024-04-04T07:36:15.726" v="2226" actId="27636"/>
          <ac:spMkLst>
            <pc:docMk/>
            <pc:sldMk cId="1152541454" sldId="288"/>
            <ac:spMk id="31" creationId="{A8D80EC4-CE32-AF30-6E68-6C2C83974601}"/>
          </ac:spMkLst>
        </pc:spChg>
        <pc:spChg chg="add mod">
          <ac:chgData name="Jelle van Barneveld" userId="5d01777c010a23b8" providerId="LiveId" clId="{B861BBE3-024A-4C09-8649-B30D11107D8D}" dt="2024-04-04T07:36:15.726" v="2226" actId="27636"/>
          <ac:spMkLst>
            <pc:docMk/>
            <pc:sldMk cId="1152541454" sldId="288"/>
            <ac:spMk id="32" creationId="{7EBD4337-9F83-181D-4332-11E27416A1C3}"/>
          </ac:spMkLst>
        </pc:spChg>
        <pc:spChg chg="add mod">
          <ac:chgData name="Jelle van Barneveld" userId="5d01777c010a23b8" providerId="LiveId" clId="{B861BBE3-024A-4C09-8649-B30D11107D8D}" dt="2024-04-04T07:36:15.726" v="2226" actId="27636"/>
          <ac:spMkLst>
            <pc:docMk/>
            <pc:sldMk cId="1152541454" sldId="288"/>
            <ac:spMk id="33" creationId="{B76CF37F-97EB-864C-EC3E-52B1B1961AB9}"/>
          </ac:spMkLst>
        </pc:spChg>
        <pc:spChg chg="mod">
          <ac:chgData name="Jelle van Barneveld" userId="5d01777c010a23b8" providerId="LiveId" clId="{B861BBE3-024A-4C09-8649-B30D11107D8D}" dt="2024-04-04T07:36:15.671" v="2225"/>
          <ac:spMkLst>
            <pc:docMk/>
            <pc:sldMk cId="1152541454" sldId="288"/>
            <ac:spMk id="36" creationId="{DEF2EC93-BB1F-3427-0411-B31CCD651C16}"/>
          </ac:spMkLst>
        </pc:spChg>
        <pc:spChg chg="mod">
          <ac:chgData name="Jelle van Barneveld" userId="5d01777c010a23b8" providerId="LiveId" clId="{B861BBE3-024A-4C09-8649-B30D11107D8D}" dt="2024-04-04T07:36:15.671" v="2225"/>
          <ac:spMkLst>
            <pc:docMk/>
            <pc:sldMk cId="1152541454" sldId="288"/>
            <ac:spMk id="37" creationId="{9141E741-5AEC-8621-6401-17BB00F00FCF}"/>
          </ac:spMkLst>
        </pc:spChg>
        <pc:spChg chg="mod">
          <ac:chgData name="Jelle van Barneveld" userId="5d01777c010a23b8" providerId="LiveId" clId="{B861BBE3-024A-4C09-8649-B30D11107D8D}" dt="2024-04-04T07:36:15.671" v="2225"/>
          <ac:spMkLst>
            <pc:docMk/>
            <pc:sldMk cId="1152541454" sldId="288"/>
            <ac:spMk id="38" creationId="{0BE0C53D-1792-7142-0AE5-9AE0D0284CD2}"/>
          </ac:spMkLst>
        </pc:spChg>
        <pc:spChg chg="mod">
          <ac:chgData name="Jelle van Barneveld" userId="5d01777c010a23b8" providerId="LiveId" clId="{B861BBE3-024A-4C09-8649-B30D11107D8D}" dt="2024-04-04T07:36:15.671" v="2225"/>
          <ac:spMkLst>
            <pc:docMk/>
            <pc:sldMk cId="1152541454" sldId="288"/>
            <ac:spMk id="39" creationId="{C600818B-ABC7-5AD4-6402-C22A4E5D4BFC}"/>
          </ac:spMkLst>
        </pc:spChg>
        <pc:spChg chg="mod">
          <ac:chgData name="Jelle van Barneveld" userId="5d01777c010a23b8" providerId="LiveId" clId="{B861BBE3-024A-4C09-8649-B30D11107D8D}" dt="2024-04-04T07:36:15.671" v="2225"/>
          <ac:spMkLst>
            <pc:docMk/>
            <pc:sldMk cId="1152541454" sldId="288"/>
            <ac:spMk id="41" creationId="{8EFD9688-F0B5-7E0B-8652-C6323B95D08D}"/>
          </ac:spMkLst>
        </pc:spChg>
        <pc:spChg chg="mod">
          <ac:chgData name="Jelle van Barneveld" userId="5d01777c010a23b8" providerId="LiveId" clId="{B861BBE3-024A-4C09-8649-B30D11107D8D}" dt="2024-04-04T07:36:15.671" v="2225"/>
          <ac:spMkLst>
            <pc:docMk/>
            <pc:sldMk cId="1152541454" sldId="288"/>
            <ac:spMk id="42" creationId="{6E053424-D31E-7A12-EF94-65B175330512}"/>
          </ac:spMkLst>
        </pc:spChg>
        <pc:spChg chg="mod">
          <ac:chgData name="Jelle van Barneveld" userId="5d01777c010a23b8" providerId="LiveId" clId="{B861BBE3-024A-4C09-8649-B30D11107D8D}" dt="2024-04-04T07:36:15.671" v="2225"/>
          <ac:spMkLst>
            <pc:docMk/>
            <pc:sldMk cId="1152541454" sldId="288"/>
            <ac:spMk id="44" creationId="{A3254555-F06D-065B-28BB-483141664F7D}"/>
          </ac:spMkLst>
        </pc:spChg>
        <pc:spChg chg="mod">
          <ac:chgData name="Jelle van Barneveld" userId="5d01777c010a23b8" providerId="LiveId" clId="{B861BBE3-024A-4C09-8649-B30D11107D8D}" dt="2024-04-04T07:36:15.671" v="2225"/>
          <ac:spMkLst>
            <pc:docMk/>
            <pc:sldMk cId="1152541454" sldId="288"/>
            <ac:spMk id="45" creationId="{A97F2112-5A6E-919A-286C-75AF8759CAB0}"/>
          </ac:spMkLst>
        </pc:spChg>
        <pc:spChg chg="mod">
          <ac:chgData name="Jelle van Barneveld" userId="5d01777c010a23b8" providerId="LiveId" clId="{B861BBE3-024A-4C09-8649-B30D11107D8D}" dt="2024-04-04T07:36:15.671" v="2225"/>
          <ac:spMkLst>
            <pc:docMk/>
            <pc:sldMk cId="1152541454" sldId="288"/>
            <ac:spMk id="47" creationId="{626B5A07-E9A5-88FE-49DF-C0B0AFAF54E2}"/>
          </ac:spMkLst>
        </pc:spChg>
        <pc:spChg chg="mod">
          <ac:chgData name="Jelle van Barneveld" userId="5d01777c010a23b8" providerId="LiveId" clId="{B861BBE3-024A-4C09-8649-B30D11107D8D}" dt="2024-04-04T07:36:15.671" v="2225"/>
          <ac:spMkLst>
            <pc:docMk/>
            <pc:sldMk cId="1152541454" sldId="288"/>
            <ac:spMk id="48" creationId="{B9F432BF-E6AD-7442-84C5-E4D33634C7E9}"/>
          </ac:spMkLst>
        </pc:spChg>
        <pc:spChg chg="add del mod">
          <ac:chgData name="Jelle van Barneveld" userId="5d01777c010a23b8" providerId="LiveId" clId="{B861BBE3-024A-4C09-8649-B30D11107D8D}" dt="2024-04-04T07:36:21.795" v="2227" actId="478"/>
          <ac:spMkLst>
            <pc:docMk/>
            <pc:sldMk cId="1152541454" sldId="288"/>
            <ac:spMk id="49" creationId="{BA0DADF4-40E8-053B-CC2C-D3B3E98338FC}"/>
          </ac:spMkLst>
        </pc:spChg>
        <pc:spChg chg="add mod">
          <ac:chgData name="Jelle van Barneveld" userId="5d01777c010a23b8" providerId="LiveId" clId="{B861BBE3-024A-4C09-8649-B30D11107D8D}" dt="2024-04-04T07:36:15.726" v="2226" actId="27636"/>
          <ac:spMkLst>
            <pc:docMk/>
            <pc:sldMk cId="1152541454" sldId="288"/>
            <ac:spMk id="50" creationId="{B1012B1D-164C-99EA-5674-45A430B8F7F7}"/>
          </ac:spMkLst>
        </pc:spChg>
        <pc:spChg chg="add del mod">
          <ac:chgData name="Jelle van Barneveld" userId="5d01777c010a23b8" providerId="LiveId" clId="{B861BBE3-024A-4C09-8649-B30D11107D8D}" dt="2024-04-04T07:36:21.795" v="2227" actId="478"/>
          <ac:spMkLst>
            <pc:docMk/>
            <pc:sldMk cId="1152541454" sldId="288"/>
            <ac:spMk id="51" creationId="{7FFC7314-6C40-7450-A07F-6FA8AD49CC77}"/>
          </ac:spMkLst>
        </pc:spChg>
        <pc:spChg chg="add del mod">
          <ac:chgData name="Jelle van Barneveld" userId="5d01777c010a23b8" providerId="LiveId" clId="{B861BBE3-024A-4C09-8649-B30D11107D8D}" dt="2024-04-04T07:38:46.195" v="2381" actId="478"/>
          <ac:spMkLst>
            <pc:docMk/>
            <pc:sldMk cId="1152541454" sldId="288"/>
            <ac:spMk id="52" creationId="{3320616B-7CB2-3EFB-E25C-8F48E38F5673}"/>
          </ac:spMkLst>
        </pc:spChg>
        <pc:spChg chg="add del mod">
          <ac:chgData name="Jelle van Barneveld" userId="5d01777c010a23b8" providerId="LiveId" clId="{B861BBE3-024A-4C09-8649-B30D11107D8D}" dt="2024-04-04T07:36:24.676" v="2228" actId="478"/>
          <ac:spMkLst>
            <pc:docMk/>
            <pc:sldMk cId="1152541454" sldId="288"/>
            <ac:spMk id="53" creationId="{1246DECE-4813-8837-C02D-A6AE5B656C26}"/>
          </ac:spMkLst>
        </pc:spChg>
        <pc:spChg chg="del">
          <ac:chgData name="Jelle van Barneveld" userId="5d01777c010a23b8" providerId="LiveId" clId="{B861BBE3-024A-4C09-8649-B30D11107D8D}" dt="2024-04-04T07:38:46.195" v="2381" actId="478"/>
          <ac:spMkLst>
            <pc:docMk/>
            <pc:sldMk cId="1152541454" sldId="288"/>
            <ac:spMk id="56" creationId="{573D9C81-2FE4-0742-B434-23FEC9C9A181}"/>
          </ac:spMkLst>
        </pc:spChg>
        <pc:spChg chg="del">
          <ac:chgData name="Jelle van Barneveld" userId="5d01777c010a23b8" providerId="LiveId" clId="{B861BBE3-024A-4C09-8649-B30D11107D8D}" dt="2024-04-04T07:36:14.756" v="2224" actId="478"/>
          <ac:spMkLst>
            <pc:docMk/>
            <pc:sldMk cId="1152541454" sldId="288"/>
            <ac:spMk id="107" creationId="{7E16A843-1C8B-BF20-527F-78FD13FA60F8}"/>
          </ac:spMkLst>
        </pc:spChg>
        <pc:spChg chg="del">
          <ac:chgData name="Jelle van Barneveld" userId="5d01777c010a23b8" providerId="LiveId" clId="{B861BBE3-024A-4C09-8649-B30D11107D8D}" dt="2024-04-04T07:36:14.756" v="2224" actId="478"/>
          <ac:spMkLst>
            <pc:docMk/>
            <pc:sldMk cId="1152541454" sldId="288"/>
            <ac:spMk id="108" creationId="{B56201F6-13C6-8078-E73B-FB3F360E9E4D}"/>
          </ac:spMkLst>
        </pc:spChg>
        <pc:spChg chg="del">
          <ac:chgData name="Jelle van Barneveld" userId="5d01777c010a23b8" providerId="LiveId" clId="{B861BBE3-024A-4C09-8649-B30D11107D8D}" dt="2024-04-04T07:36:14.756" v="2224" actId="478"/>
          <ac:spMkLst>
            <pc:docMk/>
            <pc:sldMk cId="1152541454" sldId="288"/>
            <ac:spMk id="109" creationId="{3ABB3959-52E0-EA0B-991C-F38A2B18757D}"/>
          </ac:spMkLst>
        </pc:spChg>
        <pc:spChg chg="del">
          <ac:chgData name="Jelle van Barneveld" userId="5d01777c010a23b8" providerId="LiveId" clId="{B861BBE3-024A-4C09-8649-B30D11107D8D}" dt="2024-04-04T07:36:14.756" v="2224" actId="478"/>
          <ac:spMkLst>
            <pc:docMk/>
            <pc:sldMk cId="1152541454" sldId="288"/>
            <ac:spMk id="110" creationId="{A301EDDA-0770-D0C2-ECC7-47A006ED605D}"/>
          </ac:spMkLst>
        </pc:spChg>
        <pc:spChg chg="del">
          <ac:chgData name="Jelle van Barneveld" userId="5d01777c010a23b8" providerId="LiveId" clId="{B861BBE3-024A-4C09-8649-B30D11107D8D}" dt="2024-04-04T07:36:14.756" v="2224" actId="478"/>
          <ac:spMkLst>
            <pc:docMk/>
            <pc:sldMk cId="1152541454" sldId="288"/>
            <ac:spMk id="111" creationId="{925D7B62-3949-6658-8C8F-E9506F3DECB3}"/>
          </ac:spMkLst>
        </pc:spChg>
        <pc:spChg chg="del">
          <ac:chgData name="Jelle van Barneveld" userId="5d01777c010a23b8" providerId="LiveId" clId="{B861BBE3-024A-4C09-8649-B30D11107D8D}" dt="2024-04-04T07:36:14.756" v="2224" actId="478"/>
          <ac:spMkLst>
            <pc:docMk/>
            <pc:sldMk cId="1152541454" sldId="288"/>
            <ac:spMk id="112" creationId="{7C528A52-92E7-FF9B-D880-AD341CD6869D}"/>
          </ac:spMkLst>
        </pc:spChg>
        <pc:spChg chg="del">
          <ac:chgData name="Jelle van Barneveld" userId="5d01777c010a23b8" providerId="LiveId" clId="{B861BBE3-024A-4C09-8649-B30D11107D8D}" dt="2024-04-04T07:36:14.756" v="2224" actId="478"/>
          <ac:spMkLst>
            <pc:docMk/>
            <pc:sldMk cId="1152541454" sldId="288"/>
            <ac:spMk id="113" creationId="{9102ECD1-1866-D785-B6FB-C217029479A7}"/>
          </ac:spMkLst>
        </pc:spChg>
        <pc:spChg chg="del">
          <ac:chgData name="Jelle van Barneveld" userId="5d01777c010a23b8" providerId="LiveId" clId="{B861BBE3-024A-4C09-8649-B30D11107D8D}" dt="2024-04-04T07:36:14.756" v="2224" actId="478"/>
          <ac:spMkLst>
            <pc:docMk/>
            <pc:sldMk cId="1152541454" sldId="288"/>
            <ac:spMk id="114" creationId="{13861BD6-10D0-2E36-8AFE-FA548D3C2BB3}"/>
          </ac:spMkLst>
        </pc:spChg>
        <pc:spChg chg="del">
          <ac:chgData name="Jelle van Barneveld" userId="5d01777c010a23b8" providerId="LiveId" clId="{B861BBE3-024A-4C09-8649-B30D11107D8D}" dt="2024-04-04T07:36:14.756" v="2224" actId="478"/>
          <ac:spMkLst>
            <pc:docMk/>
            <pc:sldMk cId="1152541454" sldId="288"/>
            <ac:spMk id="115" creationId="{3CE75719-2B8C-E657-FBF2-FCDA804E0B5A}"/>
          </ac:spMkLst>
        </pc:spChg>
        <pc:spChg chg="del">
          <ac:chgData name="Jelle van Barneveld" userId="5d01777c010a23b8" providerId="LiveId" clId="{B861BBE3-024A-4C09-8649-B30D11107D8D}" dt="2024-04-04T07:36:14.756" v="2224" actId="478"/>
          <ac:spMkLst>
            <pc:docMk/>
            <pc:sldMk cId="1152541454" sldId="288"/>
            <ac:spMk id="116" creationId="{24DFBFAD-66F4-5B0F-B8C8-7A10F06DEC8A}"/>
          </ac:spMkLst>
        </pc:spChg>
        <pc:spChg chg="del">
          <ac:chgData name="Jelle van Barneveld" userId="5d01777c010a23b8" providerId="LiveId" clId="{B861BBE3-024A-4C09-8649-B30D11107D8D}" dt="2024-04-04T07:36:14.756" v="2224" actId="478"/>
          <ac:spMkLst>
            <pc:docMk/>
            <pc:sldMk cId="1152541454" sldId="288"/>
            <ac:spMk id="117" creationId="{9514B843-AA57-9A5F-C6CB-DC3A43FE2932}"/>
          </ac:spMkLst>
        </pc:spChg>
        <pc:spChg chg="del">
          <ac:chgData name="Jelle van Barneveld" userId="5d01777c010a23b8" providerId="LiveId" clId="{B861BBE3-024A-4C09-8649-B30D11107D8D}" dt="2024-04-04T07:36:14.756" v="2224" actId="478"/>
          <ac:spMkLst>
            <pc:docMk/>
            <pc:sldMk cId="1152541454" sldId="288"/>
            <ac:spMk id="118" creationId="{D0AFC09D-4D4F-CB46-9283-A9640D0526C9}"/>
          </ac:spMkLst>
        </pc:spChg>
        <pc:spChg chg="del">
          <ac:chgData name="Jelle van Barneveld" userId="5d01777c010a23b8" providerId="LiveId" clId="{B861BBE3-024A-4C09-8649-B30D11107D8D}" dt="2024-04-04T07:36:14.756" v="2224" actId="478"/>
          <ac:spMkLst>
            <pc:docMk/>
            <pc:sldMk cId="1152541454" sldId="288"/>
            <ac:spMk id="119" creationId="{84C90D0C-9CFD-D5F9-ABBF-2F03CE6FC46F}"/>
          </ac:spMkLst>
        </pc:spChg>
        <pc:spChg chg="del">
          <ac:chgData name="Jelle van Barneveld" userId="5d01777c010a23b8" providerId="LiveId" clId="{B861BBE3-024A-4C09-8649-B30D11107D8D}" dt="2024-04-04T07:36:14.756" v="2224" actId="478"/>
          <ac:spMkLst>
            <pc:docMk/>
            <pc:sldMk cId="1152541454" sldId="288"/>
            <ac:spMk id="120" creationId="{4718C316-4E4D-4042-6F8E-4DB5F4B07DFE}"/>
          </ac:spMkLst>
        </pc:spChg>
        <pc:spChg chg="del">
          <ac:chgData name="Jelle van Barneveld" userId="5d01777c010a23b8" providerId="LiveId" clId="{B861BBE3-024A-4C09-8649-B30D11107D8D}" dt="2024-04-04T07:36:14.756" v="2224" actId="478"/>
          <ac:spMkLst>
            <pc:docMk/>
            <pc:sldMk cId="1152541454" sldId="288"/>
            <ac:spMk id="121" creationId="{C6DD90C7-E107-41FD-9F1D-852D4411A118}"/>
          </ac:spMkLst>
        </pc:spChg>
        <pc:spChg chg="del">
          <ac:chgData name="Jelle van Barneveld" userId="5d01777c010a23b8" providerId="LiveId" clId="{B861BBE3-024A-4C09-8649-B30D11107D8D}" dt="2024-04-04T07:36:14.756" v="2224" actId="478"/>
          <ac:spMkLst>
            <pc:docMk/>
            <pc:sldMk cId="1152541454" sldId="288"/>
            <ac:spMk id="122" creationId="{9F198F06-A482-6CA0-8E73-8A456A613BDE}"/>
          </ac:spMkLst>
        </pc:spChg>
        <pc:spChg chg="del">
          <ac:chgData name="Jelle van Barneveld" userId="5d01777c010a23b8" providerId="LiveId" clId="{B861BBE3-024A-4C09-8649-B30D11107D8D}" dt="2024-04-04T07:36:14.756" v="2224" actId="478"/>
          <ac:spMkLst>
            <pc:docMk/>
            <pc:sldMk cId="1152541454" sldId="288"/>
            <ac:spMk id="123" creationId="{8F2778C1-CA69-7F36-1EB7-683AD6157519}"/>
          </ac:spMkLst>
        </pc:spChg>
        <pc:spChg chg="del">
          <ac:chgData name="Jelle van Barneveld" userId="5d01777c010a23b8" providerId="LiveId" clId="{B861BBE3-024A-4C09-8649-B30D11107D8D}" dt="2024-04-04T07:36:14.756" v="2224" actId="478"/>
          <ac:spMkLst>
            <pc:docMk/>
            <pc:sldMk cId="1152541454" sldId="288"/>
            <ac:spMk id="124" creationId="{53760EB5-0FE5-7742-7D3A-6ECDC8166C7C}"/>
          </ac:spMkLst>
        </pc:spChg>
        <pc:spChg chg="del">
          <ac:chgData name="Jelle van Barneveld" userId="5d01777c010a23b8" providerId="LiveId" clId="{B861BBE3-024A-4C09-8649-B30D11107D8D}" dt="2024-04-04T07:36:14.756" v="2224" actId="478"/>
          <ac:spMkLst>
            <pc:docMk/>
            <pc:sldMk cId="1152541454" sldId="288"/>
            <ac:spMk id="125" creationId="{2AEE8A22-3E37-9C1D-16BE-0DC73F9612A9}"/>
          </ac:spMkLst>
        </pc:spChg>
        <pc:spChg chg="del">
          <ac:chgData name="Jelle van Barneveld" userId="5d01777c010a23b8" providerId="LiveId" clId="{B861BBE3-024A-4C09-8649-B30D11107D8D}" dt="2024-04-04T07:36:14.756" v="2224" actId="478"/>
          <ac:spMkLst>
            <pc:docMk/>
            <pc:sldMk cId="1152541454" sldId="288"/>
            <ac:spMk id="126" creationId="{3C7C645F-B496-8691-C74D-596158880F77}"/>
          </ac:spMkLst>
        </pc:spChg>
        <pc:spChg chg="del">
          <ac:chgData name="Jelle van Barneveld" userId="5d01777c010a23b8" providerId="LiveId" clId="{B861BBE3-024A-4C09-8649-B30D11107D8D}" dt="2024-04-04T07:36:14.756" v="2224" actId="478"/>
          <ac:spMkLst>
            <pc:docMk/>
            <pc:sldMk cId="1152541454" sldId="288"/>
            <ac:spMk id="127" creationId="{B8BBD0BE-6877-96DA-EDC9-3AA35B3E95CE}"/>
          </ac:spMkLst>
        </pc:spChg>
        <pc:spChg chg="del">
          <ac:chgData name="Jelle van Barneveld" userId="5d01777c010a23b8" providerId="LiveId" clId="{B861BBE3-024A-4C09-8649-B30D11107D8D}" dt="2024-04-04T07:36:14.756" v="2224" actId="478"/>
          <ac:spMkLst>
            <pc:docMk/>
            <pc:sldMk cId="1152541454" sldId="288"/>
            <ac:spMk id="128" creationId="{72B3363A-D830-BEBB-9D66-BB5E4A909296}"/>
          </ac:spMkLst>
        </pc:spChg>
        <pc:spChg chg="del">
          <ac:chgData name="Jelle van Barneveld" userId="5d01777c010a23b8" providerId="LiveId" clId="{B861BBE3-024A-4C09-8649-B30D11107D8D}" dt="2024-04-04T07:36:14.756" v="2224" actId="478"/>
          <ac:spMkLst>
            <pc:docMk/>
            <pc:sldMk cId="1152541454" sldId="288"/>
            <ac:spMk id="129" creationId="{2EF8E173-19CB-A564-AEFD-4F4AEB608582}"/>
          </ac:spMkLst>
        </pc:spChg>
        <pc:spChg chg="del">
          <ac:chgData name="Jelle van Barneveld" userId="5d01777c010a23b8" providerId="LiveId" clId="{B861BBE3-024A-4C09-8649-B30D11107D8D}" dt="2024-04-04T07:36:14.756" v="2224" actId="478"/>
          <ac:spMkLst>
            <pc:docMk/>
            <pc:sldMk cId="1152541454" sldId="288"/>
            <ac:spMk id="130" creationId="{31A54E8A-5743-0F67-3159-35A947AC2D9D}"/>
          </ac:spMkLst>
        </pc:spChg>
        <pc:spChg chg="del">
          <ac:chgData name="Jelle van Barneveld" userId="5d01777c010a23b8" providerId="LiveId" clId="{B861BBE3-024A-4C09-8649-B30D11107D8D}" dt="2024-04-04T07:36:14.756" v="2224" actId="478"/>
          <ac:spMkLst>
            <pc:docMk/>
            <pc:sldMk cId="1152541454" sldId="288"/>
            <ac:spMk id="131" creationId="{0C7EDCB9-6019-3EB4-DAE9-AD9B009BF8C5}"/>
          </ac:spMkLst>
        </pc:spChg>
        <pc:spChg chg="del">
          <ac:chgData name="Jelle van Barneveld" userId="5d01777c010a23b8" providerId="LiveId" clId="{B861BBE3-024A-4C09-8649-B30D11107D8D}" dt="2024-04-04T07:36:14.756" v="2224" actId="478"/>
          <ac:spMkLst>
            <pc:docMk/>
            <pc:sldMk cId="1152541454" sldId="288"/>
            <ac:spMk id="132" creationId="{30FE89B2-CB9B-D5E5-D08F-3B917F8DB932}"/>
          </ac:spMkLst>
        </pc:spChg>
        <pc:spChg chg="del">
          <ac:chgData name="Jelle van Barneveld" userId="5d01777c010a23b8" providerId="LiveId" clId="{B861BBE3-024A-4C09-8649-B30D11107D8D}" dt="2024-04-04T07:36:14.756" v="2224" actId="478"/>
          <ac:spMkLst>
            <pc:docMk/>
            <pc:sldMk cId="1152541454" sldId="288"/>
            <ac:spMk id="140" creationId="{D1E1EE36-829F-3BB4-4768-50EDA5C33E8F}"/>
          </ac:spMkLst>
        </pc:spChg>
        <pc:spChg chg="del">
          <ac:chgData name="Jelle van Barneveld" userId="5d01777c010a23b8" providerId="LiveId" clId="{B861BBE3-024A-4C09-8649-B30D11107D8D}" dt="2024-04-04T07:38:46.195" v="2381" actId="478"/>
          <ac:spMkLst>
            <pc:docMk/>
            <pc:sldMk cId="1152541454" sldId="288"/>
            <ac:spMk id="142" creationId="{CFDB7001-8943-E338-3B18-942A42682E96}"/>
          </ac:spMkLst>
        </pc:spChg>
        <pc:grpChg chg="add mod">
          <ac:chgData name="Jelle van Barneveld" userId="5d01777c010a23b8" providerId="LiveId" clId="{B861BBE3-024A-4C09-8649-B30D11107D8D}" dt="2024-04-04T07:36:15.726" v="2226" actId="27636"/>
          <ac:grpSpMkLst>
            <pc:docMk/>
            <pc:sldMk cId="1152541454" sldId="288"/>
            <ac:grpSpMk id="34" creationId="{7BBFB2A5-B81D-891B-4E13-6BCE50944D49}"/>
          </ac:grpSpMkLst>
        </pc:grpChg>
        <pc:grpChg chg="mod">
          <ac:chgData name="Jelle van Barneveld" userId="5d01777c010a23b8" providerId="LiveId" clId="{B861BBE3-024A-4C09-8649-B30D11107D8D}" dt="2024-04-04T07:36:15.671" v="2225"/>
          <ac:grpSpMkLst>
            <pc:docMk/>
            <pc:sldMk cId="1152541454" sldId="288"/>
            <ac:grpSpMk id="35" creationId="{50204F1D-BFDA-4DB3-7C87-6D5D2BEF626D}"/>
          </ac:grpSpMkLst>
        </pc:grpChg>
        <pc:grpChg chg="add mod">
          <ac:chgData name="Jelle van Barneveld" userId="5d01777c010a23b8" providerId="LiveId" clId="{B861BBE3-024A-4C09-8649-B30D11107D8D}" dt="2024-04-04T07:36:15.726" v="2226" actId="27636"/>
          <ac:grpSpMkLst>
            <pc:docMk/>
            <pc:sldMk cId="1152541454" sldId="288"/>
            <ac:grpSpMk id="40" creationId="{2C60848B-29D3-EAB1-4DDD-2BFB75A20491}"/>
          </ac:grpSpMkLst>
        </pc:grpChg>
        <pc:grpChg chg="add mod">
          <ac:chgData name="Jelle van Barneveld" userId="5d01777c010a23b8" providerId="LiveId" clId="{B861BBE3-024A-4C09-8649-B30D11107D8D}" dt="2024-04-04T07:36:15.726" v="2226" actId="27636"/>
          <ac:grpSpMkLst>
            <pc:docMk/>
            <pc:sldMk cId="1152541454" sldId="288"/>
            <ac:grpSpMk id="43" creationId="{52EF06AF-C15B-7596-23F9-C7DD4C37D973}"/>
          </ac:grpSpMkLst>
        </pc:grpChg>
        <pc:grpChg chg="add mod">
          <ac:chgData name="Jelle van Barneveld" userId="5d01777c010a23b8" providerId="LiveId" clId="{B861BBE3-024A-4C09-8649-B30D11107D8D}" dt="2024-04-04T07:36:15.726" v="2226" actId="27636"/>
          <ac:grpSpMkLst>
            <pc:docMk/>
            <pc:sldMk cId="1152541454" sldId="288"/>
            <ac:grpSpMk id="46" creationId="{111F3750-5116-A941-D0AF-61C0B149E505}"/>
          </ac:grpSpMkLst>
        </pc:grpChg>
        <pc:grpChg chg="del">
          <ac:chgData name="Jelle van Barneveld" userId="5d01777c010a23b8" providerId="LiveId" clId="{B861BBE3-024A-4C09-8649-B30D11107D8D}" dt="2024-04-04T07:36:14.756" v="2224" actId="478"/>
          <ac:grpSpMkLst>
            <pc:docMk/>
            <pc:sldMk cId="1152541454" sldId="288"/>
            <ac:grpSpMk id="98" creationId="{AEA110F4-4BB8-A17D-2A17-2769B53EE21B}"/>
          </ac:grpSpMkLst>
        </pc:grpChg>
        <pc:grpChg chg="del">
          <ac:chgData name="Jelle van Barneveld" userId="5d01777c010a23b8" providerId="LiveId" clId="{B861BBE3-024A-4C09-8649-B30D11107D8D}" dt="2024-04-04T07:36:14.756" v="2224" actId="478"/>
          <ac:grpSpMkLst>
            <pc:docMk/>
            <pc:sldMk cId="1152541454" sldId="288"/>
            <ac:grpSpMk id="101" creationId="{07760BEC-3555-5F0C-73BC-A52DFA69F0E0}"/>
          </ac:grpSpMkLst>
        </pc:grpChg>
        <pc:grpChg chg="del">
          <ac:chgData name="Jelle van Barneveld" userId="5d01777c010a23b8" providerId="LiveId" clId="{B861BBE3-024A-4C09-8649-B30D11107D8D}" dt="2024-04-04T07:36:14.756" v="2224" actId="478"/>
          <ac:grpSpMkLst>
            <pc:docMk/>
            <pc:sldMk cId="1152541454" sldId="288"/>
            <ac:grpSpMk id="104" creationId="{80361BF3-7E03-6DCF-E6D6-359594FCCBF4}"/>
          </ac:grpSpMkLst>
        </pc:grpChg>
        <pc:grpChg chg="del">
          <ac:chgData name="Jelle van Barneveld" userId="5d01777c010a23b8" providerId="LiveId" clId="{B861BBE3-024A-4C09-8649-B30D11107D8D}" dt="2024-04-04T07:36:12.046" v="2223" actId="478"/>
          <ac:grpSpMkLst>
            <pc:docMk/>
            <pc:sldMk cId="1152541454" sldId="288"/>
            <ac:grpSpMk id="133" creationId="{752FDA3A-99AC-ABFB-27B8-B4807370EF83}"/>
          </ac:grpSpMkLst>
        </pc:grpChg>
      </pc:sldChg>
      <pc:sldChg chg="addSp delSp modSp add mod modTransition modAnim">
        <pc:chgData name="Jelle van Barneveld" userId="5d01777c010a23b8" providerId="LiveId" clId="{B861BBE3-024A-4C09-8649-B30D11107D8D}" dt="2024-04-04T07:39:32.267" v="2387"/>
        <pc:sldMkLst>
          <pc:docMk/>
          <pc:sldMk cId="3993381749" sldId="289"/>
        </pc:sldMkLst>
        <pc:spChg chg="add del mod">
          <ac:chgData name="Jelle van Barneveld" userId="5d01777c010a23b8" providerId="LiveId" clId="{B861BBE3-024A-4C09-8649-B30D11107D8D}" dt="2024-04-04T07:37:12.227" v="2291" actId="478"/>
          <ac:spMkLst>
            <pc:docMk/>
            <pc:sldMk cId="3993381749" sldId="289"/>
            <ac:spMk id="2" creationId="{58CDE10B-64A7-4AFE-35E8-F4EED0F55D2C}"/>
          </ac:spMkLst>
        </pc:spChg>
        <pc:spChg chg="del">
          <ac:chgData name="Jelle van Barneveld" userId="5d01777c010a23b8" providerId="LiveId" clId="{B861BBE3-024A-4C09-8649-B30D11107D8D}" dt="2024-04-04T07:36:47.836" v="2288" actId="478"/>
          <ac:spMkLst>
            <pc:docMk/>
            <pc:sldMk cId="3993381749" sldId="289"/>
            <ac:spMk id="3" creationId="{AE934868-7D26-F8DA-B5DD-9CD1A32A9769}"/>
          </ac:spMkLst>
        </pc:spChg>
        <pc:spChg chg="del">
          <ac:chgData name="Jelle van Barneveld" userId="5d01777c010a23b8" providerId="LiveId" clId="{B861BBE3-024A-4C09-8649-B30D11107D8D}" dt="2024-04-04T07:36:47.836" v="2288" actId="478"/>
          <ac:spMkLst>
            <pc:docMk/>
            <pc:sldMk cId="3993381749" sldId="289"/>
            <ac:spMk id="4" creationId="{F2D2091F-169B-5ED6-BD93-25D8A317779C}"/>
          </ac:spMkLst>
        </pc:spChg>
        <pc:spChg chg="mod">
          <ac:chgData name="Jelle van Barneveld" userId="5d01777c010a23b8" providerId="LiveId" clId="{B861BBE3-024A-4C09-8649-B30D11107D8D}" dt="2024-04-04T07:36:43.045" v="2287" actId="20577"/>
          <ac:spMkLst>
            <pc:docMk/>
            <pc:sldMk cId="3993381749" sldId="289"/>
            <ac:spMk id="9" creationId="{03F21FE5-01A9-1CF9-6E21-6F1087E0E0FE}"/>
          </ac:spMkLst>
        </pc:spChg>
        <pc:spChg chg="del">
          <ac:chgData name="Jelle van Barneveld" userId="5d01777c010a23b8" providerId="LiveId" clId="{B861BBE3-024A-4C09-8649-B30D11107D8D}" dt="2024-04-04T07:36:47.836" v="2288" actId="478"/>
          <ac:spMkLst>
            <pc:docMk/>
            <pc:sldMk cId="3993381749" sldId="289"/>
            <ac:spMk id="10" creationId="{3DCEF880-AA3E-84FF-D54A-A2CD2A07820D}"/>
          </ac:spMkLst>
        </pc:spChg>
        <pc:spChg chg="del">
          <ac:chgData name="Jelle van Barneveld" userId="5d01777c010a23b8" providerId="LiveId" clId="{B861BBE3-024A-4C09-8649-B30D11107D8D}" dt="2024-04-04T07:36:47.836" v="2288" actId="478"/>
          <ac:spMkLst>
            <pc:docMk/>
            <pc:sldMk cId="3993381749" sldId="289"/>
            <ac:spMk id="11" creationId="{6A6642D6-8C6D-3D9A-5265-231C2DD59DF0}"/>
          </ac:spMkLst>
        </pc:spChg>
        <pc:spChg chg="del">
          <ac:chgData name="Jelle van Barneveld" userId="5d01777c010a23b8" providerId="LiveId" clId="{B861BBE3-024A-4C09-8649-B30D11107D8D}" dt="2024-04-04T07:36:47.836" v="2288" actId="478"/>
          <ac:spMkLst>
            <pc:docMk/>
            <pc:sldMk cId="3993381749" sldId="289"/>
            <ac:spMk id="12" creationId="{FCB2A5E8-87FF-90AD-7DB1-7459B2E7E133}"/>
          </ac:spMkLst>
        </pc:spChg>
        <pc:spChg chg="del">
          <ac:chgData name="Jelle van Barneveld" userId="5d01777c010a23b8" providerId="LiveId" clId="{B861BBE3-024A-4C09-8649-B30D11107D8D}" dt="2024-04-04T07:36:47.836" v="2288" actId="478"/>
          <ac:spMkLst>
            <pc:docMk/>
            <pc:sldMk cId="3993381749" sldId="289"/>
            <ac:spMk id="13" creationId="{602088EB-4652-2AFF-441C-0DB17D4E0070}"/>
          </ac:spMkLst>
        </pc:spChg>
        <pc:spChg chg="del">
          <ac:chgData name="Jelle van Barneveld" userId="5d01777c010a23b8" providerId="LiveId" clId="{B861BBE3-024A-4C09-8649-B30D11107D8D}" dt="2024-04-04T07:36:47.836" v="2288" actId="478"/>
          <ac:spMkLst>
            <pc:docMk/>
            <pc:sldMk cId="3993381749" sldId="289"/>
            <ac:spMk id="14" creationId="{0D489951-D7D4-3977-7099-C6AF281DD71E}"/>
          </ac:spMkLst>
        </pc:spChg>
        <pc:spChg chg="del">
          <ac:chgData name="Jelle van Barneveld" userId="5d01777c010a23b8" providerId="LiveId" clId="{B861BBE3-024A-4C09-8649-B30D11107D8D}" dt="2024-04-04T07:36:47.836" v="2288" actId="478"/>
          <ac:spMkLst>
            <pc:docMk/>
            <pc:sldMk cId="3993381749" sldId="289"/>
            <ac:spMk id="15" creationId="{BD5C3AC3-D567-AD45-924A-A8BDCF06B54E}"/>
          </ac:spMkLst>
        </pc:spChg>
        <pc:spChg chg="del">
          <ac:chgData name="Jelle van Barneveld" userId="5d01777c010a23b8" providerId="LiveId" clId="{B861BBE3-024A-4C09-8649-B30D11107D8D}" dt="2024-04-04T07:36:47.836" v="2288" actId="478"/>
          <ac:spMkLst>
            <pc:docMk/>
            <pc:sldMk cId="3993381749" sldId="289"/>
            <ac:spMk id="16" creationId="{85463158-4E8F-A790-882D-AD5CC2E374BF}"/>
          </ac:spMkLst>
        </pc:spChg>
        <pc:spChg chg="del">
          <ac:chgData name="Jelle van Barneveld" userId="5d01777c010a23b8" providerId="LiveId" clId="{B861BBE3-024A-4C09-8649-B30D11107D8D}" dt="2024-04-04T07:36:47.836" v="2288" actId="478"/>
          <ac:spMkLst>
            <pc:docMk/>
            <pc:sldMk cId="3993381749" sldId="289"/>
            <ac:spMk id="17" creationId="{940199E2-AB51-ABFD-3472-B6E7240F3CAB}"/>
          </ac:spMkLst>
        </pc:spChg>
        <pc:spChg chg="del">
          <ac:chgData name="Jelle van Barneveld" userId="5d01777c010a23b8" providerId="LiveId" clId="{B861BBE3-024A-4C09-8649-B30D11107D8D}" dt="2024-04-04T07:36:47.836" v="2288" actId="478"/>
          <ac:spMkLst>
            <pc:docMk/>
            <pc:sldMk cId="3993381749" sldId="289"/>
            <ac:spMk id="18" creationId="{EF33A61D-206C-F2CB-8E16-3BBD82BA1F77}"/>
          </ac:spMkLst>
        </pc:spChg>
        <pc:spChg chg="del">
          <ac:chgData name="Jelle van Barneveld" userId="5d01777c010a23b8" providerId="LiveId" clId="{B861BBE3-024A-4C09-8649-B30D11107D8D}" dt="2024-04-04T07:36:47.836" v="2288" actId="478"/>
          <ac:spMkLst>
            <pc:docMk/>
            <pc:sldMk cId="3993381749" sldId="289"/>
            <ac:spMk id="19" creationId="{A339D666-BA0D-4556-F2CA-8A20D24C42B0}"/>
          </ac:spMkLst>
        </pc:spChg>
        <pc:spChg chg="del">
          <ac:chgData name="Jelle van Barneveld" userId="5d01777c010a23b8" providerId="LiveId" clId="{B861BBE3-024A-4C09-8649-B30D11107D8D}" dt="2024-04-04T07:36:47.836" v="2288" actId="478"/>
          <ac:spMkLst>
            <pc:docMk/>
            <pc:sldMk cId="3993381749" sldId="289"/>
            <ac:spMk id="20" creationId="{54535F25-8EFF-EF17-C96E-B3E932F37C34}"/>
          </ac:spMkLst>
        </pc:spChg>
        <pc:spChg chg="del">
          <ac:chgData name="Jelle van Barneveld" userId="5d01777c010a23b8" providerId="LiveId" clId="{B861BBE3-024A-4C09-8649-B30D11107D8D}" dt="2024-04-04T07:36:47.836" v="2288" actId="478"/>
          <ac:spMkLst>
            <pc:docMk/>
            <pc:sldMk cId="3993381749" sldId="289"/>
            <ac:spMk id="21" creationId="{D6F3C3FA-21B9-1C2F-F1FA-9A305CF17CCB}"/>
          </ac:spMkLst>
        </pc:spChg>
        <pc:spChg chg="del">
          <ac:chgData name="Jelle van Barneveld" userId="5d01777c010a23b8" providerId="LiveId" clId="{B861BBE3-024A-4C09-8649-B30D11107D8D}" dt="2024-04-04T07:36:47.836" v="2288" actId="478"/>
          <ac:spMkLst>
            <pc:docMk/>
            <pc:sldMk cId="3993381749" sldId="289"/>
            <ac:spMk id="22" creationId="{55B815F5-11C2-E36A-84FD-86CC63371600}"/>
          </ac:spMkLst>
        </pc:spChg>
        <pc:spChg chg="del">
          <ac:chgData name="Jelle van Barneveld" userId="5d01777c010a23b8" providerId="LiveId" clId="{B861BBE3-024A-4C09-8649-B30D11107D8D}" dt="2024-04-04T07:36:47.836" v="2288" actId="478"/>
          <ac:spMkLst>
            <pc:docMk/>
            <pc:sldMk cId="3993381749" sldId="289"/>
            <ac:spMk id="23" creationId="{824365A0-99DE-7F53-DA17-6E5209F9193F}"/>
          </ac:spMkLst>
        </pc:spChg>
        <pc:spChg chg="del">
          <ac:chgData name="Jelle van Barneveld" userId="5d01777c010a23b8" providerId="LiveId" clId="{B861BBE3-024A-4C09-8649-B30D11107D8D}" dt="2024-04-04T07:36:47.836" v="2288" actId="478"/>
          <ac:spMkLst>
            <pc:docMk/>
            <pc:sldMk cId="3993381749" sldId="289"/>
            <ac:spMk id="24" creationId="{4B4ACB8C-47D7-B2F5-C468-43F93AA91FBD}"/>
          </ac:spMkLst>
        </pc:spChg>
        <pc:spChg chg="del">
          <ac:chgData name="Jelle van Barneveld" userId="5d01777c010a23b8" providerId="LiveId" clId="{B861BBE3-024A-4C09-8649-B30D11107D8D}" dt="2024-04-04T07:36:47.836" v="2288" actId="478"/>
          <ac:spMkLst>
            <pc:docMk/>
            <pc:sldMk cId="3993381749" sldId="289"/>
            <ac:spMk id="25" creationId="{19F0F944-4846-BDAA-E153-72CD818DBEA5}"/>
          </ac:spMkLst>
        </pc:spChg>
        <pc:spChg chg="del">
          <ac:chgData name="Jelle van Barneveld" userId="5d01777c010a23b8" providerId="LiveId" clId="{B861BBE3-024A-4C09-8649-B30D11107D8D}" dt="2024-04-04T07:36:47.836" v="2288" actId="478"/>
          <ac:spMkLst>
            <pc:docMk/>
            <pc:sldMk cId="3993381749" sldId="289"/>
            <ac:spMk id="26" creationId="{2117103D-0719-DBE7-3F19-B97C226E8773}"/>
          </ac:spMkLst>
        </pc:spChg>
        <pc:spChg chg="del">
          <ac:chgData name="Jelle van Barneveld" userId="5d01777c010a23b8" providerId="LiveId" clId="{B861BBE3-024A-4C09-8649-B30D11107D8D}" dt="2024-04-04T07:36:47.836" v="2288" actId="478"/>
          <ac:spMkLst>
            <pc:docMk/>
            <pc:sldMk cId="3993381749" sldId="289"/>
            <ac:spMk id="27" creationId="{2C21A8B6-07A7-EC9A-61DB-4A1BEAD56B05}"/>
          </ac:spMkLst>
        </pc:spChg>
        <pc:spChg chg="del">
          <ac:chgData name="Jelle van Barneveld" userId="5d01777c010a23b8" providerId="LiveId" clId="{B861BBE3-024A-4C09-8649-B30D11107D8D}" dt="2024-04-04T07:36:47.836" v="2288" actId="478"/>
          <ac:spMkLst>
            <pc:docMk/>
            <pc:sldMk cId="3993381749" sldId="289"/>
            <ac:spMk id="28" creationId="{4FB1F553-56F7-185A-5B91-4BE4FA720F77}"/>
          </ac:spMkLst>
        </pc:spChg>
        <pc:spChg chg="del">
          <ac:chgData name="Jelle van Barneveld" userId="5d01777c010a23b8" providerId="LiveId" clId="{B861BBE3-024A-4C09-8649-B30D11107D8D}" dt="2024-04-04T07:36:47.836" v="2288" actId="478"/>
          <ac:spMkLst>
            <pc:docMk/>
            <pc:sldMk cId="3993381749" sldId="289"/>
            <ac:spMk id="29" creationId="{EEF5E9F6-7F38-E70A-390C-1EFDE5BE9B37}"/>
          </ac:spMkLst>
        </pc:spChg>
        <pc:spChg chg="del">
          <ac:chgData name="Jelle van Barneveld" userId="5d01777c010a23b8" providerId="LiveId" clId="{B861BBE3-024A-4C09-8649-B30D11107D8D}" dt="2024-04-04T07:36:47.836" v="2288" actId="478"/>
          <ac:spMkLst>
            <pc:docMk/>
            <pc:sldMk cId="3993381749" sldId="289"/>
            <ac:spMk id="30" creationId="{16670E0E-621D-D1E2-D2A7-D636073F1DB4}"/>
          </ac:spMkLst>
        </pc:spChg>
        <pc:spChg chg="del">
          <ac:chgData name="Jelle van Barneveld" userId="5d01777c010a23b8" providerId="LiveId" clId="{B861BBE3-024A-4C09-8649-B30D11107D8D}" dt="2024-04-04T07:36:47.836" v="2288" actId="478"/>
          <ac:spMkLst>
            <pc:docMk/>
            <pc:sldMk cId="3993381749" sldId="289"/>
            <ac:spMk id="31" creationId="{A8D80EC4-CE32-AF30-6E68-6C2C83974601}"/>
          </ac:spMkLst>
        </pc:spChg>
        <pc:spChg chg="del">
          <ac:chgData name="Jelle van Barneveld" userId="5d01777c010a23b8" providerId="LiveId" clId="{B861BBE3-024A-4C09-8649-B30D11107D8D}" dt="2024-04-04T07:36:47.836" v="2288" actId="478"/>
          <ac:spMkLst>
            <pc:docMk/>
            <pc:sldMk cId="3993381749" sldId="289"/>
            <ac:spMk id="32" creationId="{7EBD4337-9F83-181D-4332-11E27416A1C3}"/>
          </ac:spMkLst>
        </pc:spChg>
        <pc:spChg chg="del">
          <ac:chgData name="Jelle van Barneveld" userId="5d01777c010a23b8" providerId="LiveId" clId="{B861BBE3-024A-4C09-8649-B30D11107D8D}" dt="2024-04-04T07:36:47.836" v="2288" actId="478"/>
          <ac:spMkLst>
            <pc:docMk/>
            <pc:sldMk cId="3993381749" sldId="289"/>
            <ac:spMk id="33" creationId="{B76CF37F-97EB-864C-EC3E-52B1B1961AB9}"/>
          </ac:spMkLst>
        </pc:spChg>
        <pc:spChg chg="add mod">
          <ac:chgData name="Jelle van Barneveld" userId="5d01777c010a23b8" providerId="LiveId" clId="{B861BBE3-024A-4C09-8649-B30D11107D8D}" dt="2024-04-04T07:37:05.275" v="2290" actId="27636"/>
          <ac:spMkLst>
            <pc:docMk/>
            <pc:sldMk cId="3993381749" sldId="289"/>
            <ac:spMk id="49" creationId="{1248E1B4-1BB3-D868-0C39-91EFED352F9A}"/>
          </ac:spMkLst>
        </pc:spChg>
        <pc:spChg chg="del">
          <ac:chgData name="Jelle van Barneveld" userId="5d01777c010a23b8" providerId="LiveId" clId="{B861BBE3-024A-4C09-8649-B30D11107D8D}" dt="2024-04-04T07:36:47.836" v="2288" actId="478"/>
          <ac:spMkLst>
            <pc:docMk/>
            <pc:sldMk cId="3993381749" sldId="289"/>
            <ac:spMk id="50" creationId="{B1012B1D-164C-99EA-5674-45A430B8F7F7}"/>
          </ac:spMkLst>
        </pc:spChg>
        <pc:spChg chg="add mod">
          <ac:chgData name="Jelle van Barneveld" userId="5d01777c010a23b8" providerId="LiveId" clId="{B861BBE3-024A-4C09-8649-B30D11107D8D}" dt="2024-04-04T07:37:05.275" v="2290" actId="27636"/>
          <ac:spMkLst>
            <pc:docMk/>
            <pc:sldMk cId="3993381749" sldId="289"/>
            <ac:spMk id="51" creationId="{C46DB345-AE25-FB9E-F92C-2E1201BC47B5}"/>
          </ac:spMkLst>
        </pc:spChg>
        <pc:spChg chg="del">
          <ac:chgData name="Jelle van Barneveld" userId="5d01777c010a23b8" providerId="LiveId" clId="{B861BBE3-024A-4C09-8649-B30D11107D8D}" dt="2024-04-04T07:38:51.186" v="2382" actId="478"/>
          <ac:spMkLst>
            <pc:docMk/>
            <pc:sldMk cId="3993381749" sldId="289"/>
            <ac:spMk id="52" creationId="{3320616B-7CB2-3EFB-E25C-8F48E38F5673}"/>
          </ac:spMkLst>
        </pc:spChg>
        <pc:spChg chg="add mod">
          <ac:chgData name="Jelle van Barneveld" userId="5d01777c010a23b8" providerId="LiveId" clId="{B861BBE3-024A-4C09-8649-B30D11107D8D}" dt="2024-04-04T07:37:05.275" v="2290" actId="27636"/>
          <ac:spMkLst>
            <pc:docMk/>
            <pc:sldMk cId="3993381749" sldId="289"/>
            <ac:spMk id="53" creationId="{9E296E82-0BCA-125B-0155-A57F202C94B1}"/>
          </ac:spMkLst>
        </pc:spChg>
        <pc:spChg chg="add mod">
          <ac:chgData name="Jelle van Barneveld" userId="5d01777c010a23b8" providerId="LiveId" clId="{B861BBE3-024A-4C09-8649-B30D11107D8D}" dt="2024-04-04T07:37:05.275" v="2290" actId="27636"/>
          <ac:spMkLst>
            <pc:docMk/>
            <pc:sldMk cId="3993381749" sldId="289"/>
            <ac:spMk id="54" creationId="{77575C67-1F65-F006-DF55-70AE35734135}"/>
          </ac:spMkLst>
        </pc:spChg>
        <pc:spChg chg="add mod">
          <ac:chgData name="Jelle van Barneveld" userId="5d01777c010a23b8" providerId="LiveId" clId="{B861BBE3-024A-4C09-8649-B30D11107D8D}" dt="2024-04-04T07:37:05.275" v="2290" actId="27636"/>
          <ac:spMkLst>
            <pc:docMk/>
            <pc:sldMk cId="3993381749" sldId="289"/>
            <ac:spMk id="55" creationId="{6BFE2104-64E5-1129-3A37-EBF5A5C774A9}"/>
          </ac:spMkLst>
        </pc:spChg>
        <pc:spChg chg="del">
          <ac:chgData name="Jelle van Barneveld" userId="5d01777c010a23b8" providerId="LiveId" clId="{B861BBE3-024A-4C09-8649-B30D11107D8D}" dt="2024-04-04T07:37:21.990" v="2292" actId="478"/>
          <ac:spMkLst>
            <pc:docMk/>
            <pc:sldMk cId="3993381749" sldId="289"/>
            <ac:spMk id="56" creationId="{573D9C81-2FE4-0742-B434-23FEC9C9A181}"/>
          </ac:spMkLst>
        </pc:spChg>
        <pc:spChg chg="add mod">
          <ac:chgData name="Jelle van Barneveld" userId="5d01777c010a23b8" providerId="LiveId" clId="{B861BBE3-024A-4C09-8649-B30D11107D8D}" dt="2024-04-04T07:37:05.275" v="2290" actId="27636"/>
          <ac:spMkLst>
            <pc:docMk/>
            <pc:sldMk cId="3993381749" sldId="289"/>
            <ac:spMk id="57" creationId="{0B6C5AF2-DBB3-31D5-4288-C112A745A4C6}"/>
          </ac:spMkLst>
        </pc:spChg>
        <pc:spChg chg="add mod">
          <ac:chgData name="Jelle van Barneveld" userId="5d01777c010a23b8" providerId="LiveId" clId="{B861BBE3-024A-4C09-8649-B30D11107D8D}" dt="2024-04-04T07:37:05.275" v="2290" actId="27636"/>
          <ac:spMkLst>
            <pc:docMk/>
            <pc:sldMk cId="3993381749" sldId="289"/>
            <ac:spMk id="58" creationId="{A5F47DC2-92A7-011C-A1C1-120B3E7FBA56}"/>
          </ac:spMkLst>
        </pc:spChg>
        <pc:spChg chg="add mod">
          <ac:chgData name="Jelle van Barneveld" userId="5d01777c010a23b8" providerId="LiveId" clId="{B861BBE3-024A-4C09-8649-B30D11107D8D}" dt="2024-04-04T07:37:05.275" v="2290" actId="27636"/>
          <ac:spMkLst>
            <pc:docMk/>
            <pc:sldMk cId="3993381749" sldId="289"/>
            <ac:spMk id="59" creationId="{956D5FB4-CA42-4BFA-2944-DF71244F003D}"/>
          </ac:spMkLst>
        </pc:spChg>
        <pc:spChg chg="add mod">
          <ac:chgData name="Jelle van Barneveld" userId="5d01777c010a23b8" providerId="LiveId" clId="{B861BBE3-024A-4C09-8649-B30D11107D8D}" dt="2024-04-04T07:37:05.275" v="2290" actId="27636"/>
          <ac:spMkLst>
            <pc:docMk/>
            <pc:sldMk cId="3993381749" sldId="289"/>
            <ac:spMk id="60" creationId="{5A110588-552E-1EEE-3912-03131DE21094}"/>
          </ac:spMkLst>
        </pc:spChg>
        <pc:spChg chg="add mod">
          <ac:chgData name="Jelle van Barneveld" userId="5d01777c010a23b8" providerId="LiveId" clId="{B861BBE3-024A-4C09-8649-B30D11107D8D}" dt="2024-04-04T07:37:05.275" v="2290" actId="27636"/>
          <ac:spMkLst>
            <pc:docMk/>
            <pc:sldMk cId="3993381749" sldId="289"/>
            <ac:spMk id="61" creationId="{67EC743D-4A67-5A1C-8ACA-470F8407B012}"/>
          </ac:spMkLst>
        </pc:spChg>
        <pc:spChg chg="add mod">
          <ac:chgData name="Jelle van Barneveld" userId="5d01777c010a23b8" providerId="LiveId" clId="{B861BBE3-024A-4C09-8649-B30D11107D8D}" dt="2024-04-04T07:37:05.275" v="2290" actId="27636"/>
          <ac:spMkLst>
            <pc:docMk/>
            <pc:sldMk cId="3993381749" sldId="289"/>
            <ac:spMk id="62" creationId="{195B5333-B43A-AE1A-DED8-7082F5C441D3}"/>
          </ac:spMkLst>
        </pc:spChg>
        <pc:spChg chg="add mod">
          <ac:chgData name="Jelle van Barneveld" userId="5d01777c010a23b8" providerId="LiveId" clId="{B861BBE3-024A-4C09-8649-B30D11107D8D}" dt="2024-04-04T07:37:05.275" v="2290" actId="27636"/>
          <ac:spMkLst>
            <pc:docMk/>
            <pc:sldMk cId="3993381749" sldId="289"/>
            <ac:spMk id="63" creationId="{8E9B34E7-76E8-3C4D-1CAE-62854279D86F}"/>
          </ac:spMkLst>
        </pc:spChg>
        <pc:spChg chg="add mod">
          <ac:chgData name="Jelle van Barneveld" userId="5d01777c010a23b8" providerId="LiveId" clId="{B861BBE3-024A-4C09-8649-B30D11107D8D}" dt="2024-04-04T07:37:05.275" v="2290" actId="27636"/>
          <ac:spMkLst>
            <pc:docMk/>
            <pc:sldMk cId="3993381749" sldId="289"/>
            <ac:spMk id="128" creationId="{FEB873C0-1251-5000-BF98-54B471B46948}"/>
          </ac:spMkLst>
        </pc:spChg>
        <pc:spChg chg="add mod">
          <ac:chgData name="Jelle van Barneveld" userId="5d01777c010a23b8" providerId="LiveId" clId="{B861BBE3-024A-4C09-8649-B30D11107D8D}" dt="2024-04-04T07:37:05.275" v="2290" actId="27636"/>
          <ac:spMkLst>
            <pc:docMk/>
            <pc:sldMk cId="3993381749" sldId="289"/>
            <ac:spMk id="129" creationId="{269D0405-FB6B-D11E-1EC9-E6D87FA7C3B6}"/>
          </ac:spMkLst>
        </pc:spChg>
        <pc:spChg chg="add mod">
          <ac:chgData name="Jelle van Barneveld" userId="5d01777c010a23b8" providerId="LiveId" clId="{B861BBE3-024A-4C09-8649-B30D11107D8D}" dt="2024-04-04T07:37:05.275" v="2290" actId="27636"/>
          <ac:spMkLst>
            <pc:docMk/>
            <pc:sldMk cId="3993381749" sldId="289"/>
            <ac:spMk id="130" creationId="{EF9ACC62-D57F-0975-6190-B2D7F47E9D2E}"/>
          </ac:spMkLst>
        </pc:spChg>
        <pc:spChg chg="add mod">
          <ac:chgData name="Jelle van Barneveld" userId="5d01777c010a23b8" providerId="LiveId" clId="{B861BBE3-024A-4C09-8649-B30D11107D8D}" dt="2024-04-04T07:37:05.275" v="2290" actId="27636"/>
          <ac:spMkLst>
            <pc:docMk/>
            <pc:sldMk cId="3993381749" sldId="289"/>
            <ac:spMk id="131" creationId="{55846C97-5972-68F9-C5C1-B7B1768B03EC}"/>
          </ac:spMkLst>
        </pc:spChg>
        <pc:spChg chg="add mod">
          <ac:chgData name="Jelle van Barneveld" userId="5d01777c010a23b8" providerId="LiveId" clId="{B861BBE3-024A-4C09-8649-B30D11107D8D}" dt="2024-04-04T07:37:05.275" v="2290" actId="27636"/>
          <ac:spMkLst>
            <pc:docMk/>
            <pc:sldMk cId="3993381749" sldId="289"/>
            <ac:spMk id="132" creationId="{6F2B9A06-9C61-D80E-F53E-A120E6F66DA3}"/>
          </ac:spMkLst>
        </pc:spChg>
        <pc:spChg chg="add mod">
          <ac:chgData name="Jelle van Barneveld" userId="5d01777c010a23b8" providerId="LiveId" clId="{B861BBE3-024A-4C09-8649-B30D11107D8D}" dt="2024-04-04T07:37:05.275" v="2290" actId="27636"/>
          <ac:spMkLst>
            <pc:docMk/>
            <pc:sldMk cId="3993381749" sldId="289"/>
            <ac:spMk id="133" creationId="{B9A44990-BDAE-6EB6-203F-0B0C5F757F18}"/>
          </ac:spMkLst>
        </pc:spChg>
        <pc:spChg chg="add mod">
          <ac:chgData name="Jelle van Barneveld" userId="5d01777c010a23b8" providerId="LiveId" clId="{B861BBE3-024A-4C09-8649-B30D11107D8D}" dt="2024-04-04T07:37:05.275" v="2290" actId="27636"/>
          <ac:spMkLst>
            <pc:docMk/>
            <pc:sldMk cId="3993381749" sldId="289"/>
            <ac:spMk id="134" creationId="{631F8EDC-FD4D-D207-72E8-55993CC73865}"/>
          </ac:spMkLst>
        </pc:spChg>
        <pc:spChg chg="add mod">
          <ac:chgData name="Jelle van Barneveld" userId="5d01777c010a23b8" providerId="LiveId" clId="{B861BBE3-024A-4C09-8649-B30D11107D8D}" dt="2024-04-04T07:37:05.275" v="2290" actId="27636"/>
          <ac:spMkLst>
            <pc:docMk/>
            <pc:sldMk cId="3993381749" sldId="289"/>
            <ac:spMk id="135" creationId="{42ABD562-353C-6A40-1B74-4D6D1C7F0D20}"/>
          </ac:spMkLst>
        </pc:spChg>
        <pc:spChg chg="add mod">
          <ac:chgData name="Jelle van Barneveld" userId="5d01777c010a23b8" providerId="LiveId" clId="{B861BBE3-024A-4C09-8649-B30D11107D8D}" dt="2024-04-04T07:37:05.275" v="2290" actId="27636"/>
          <ac:spMkLst>
            <pc:docMk/>
            <pc:sldMk cId="3993381749" sldId="289"/>
            <ac:spMk id="136" creationId="{A958E0E0-F52E-AFB4-3675-4655AAE21FD7}"/>
          </ac:spMkLst>
        </pc:spChg>
        <pc:spChg chg="add mod">
          <ac:chgData name="Jelle van Barneveld" userId="5d01777c010a23b8" providerId="LiveId" clId="{B861BBE3-024A-4C09-8649-B30D11107D8D}" dt="2024-04-04T07:37:05.275" v="2290" actId="27636"/>
          <ac:spMkLst>
            <pc:docMk/>
            <pc:sldMk cId="3993381749" sldId="289"/>
            <ac:spMk id="137" creationId="{017FDF1B-7E73-132D-80D5-8B44B272FA2B}"/>
          </ac:spMkLst>
        </pc:spChg>
        <pc:spChg chg="add mod">
          <ac:chgData name="Jelle van Barneveld" userId="5d01777c010a23b8" providerId="LiveId" clId="{B861BBE3-024A-4C09-8649-B30D11107D8D}" dt="2024-04-04T07:37:05.275" v="2290" actId="27636"/>
          <ac:spMkLst>
            <pc:docMk/>
            <pc:sldMk cId="3993381749" sldId="289"/>
            <ac:spMk id="138" creationId="{442FC05A-964F-45B4-A063-D2D5E5CC2F36}"/>
          </ac:spMkLst>
        </pc:spChg>
        <pc:spChg chg="add mod">
          <ac:chgData name="Jelle van Barneveld" userId="5d01777c010a23b8" providerId="LiveId" clId="{B861BBE3-024A-4C09-8649-B30D11107D8D}" dt="2024-04-04T07:37:05.275" v="2290" actId="27636"/>
          <ac:spMkLst>
            <pc:docMk/>
            <pc:sldMk cId="3993381749" sldId="289"/>
            <ac:spMk id="139" creationId="{46A74944-0486-6933-81F5-AAAD76EDE977}"/>
          </ac:spMkLst>
        </pc:spChg>
        <pc:spChg chg="add mod">
          <ac:chgData name="Jelle van Barneveld" userId="5d01777c010a23b8" providerId="LiveId" clId="{B861BBE3-024A-4C09-8649-B30D11107D8D}" dt="2024-04-04T07:37:05.275" v="2290" actId="27636"/>
          <ac:spMkLst>
            <pc:docMk/>
            <pc:sldMk cId="3993381749" sldId="289"/>
            <ac:spMk id="140" creationId="{D1A89ED8-B2B8-E618-1CAA-1F6D534B6056}"/>
          </ac:spMkLst>
        </pc:spChg>
        <pc:spChg chg="add mod">
          <ac:chgData name="Jelle van Barneveld" userId="5d01777c010a23b8" providerId="LiveId" clId="{B861BBE3-024A-4C09-8649-B30D11107D8D}" dt="2024-04-04T07:37:05.275" v="2290" actId="27636"/>
          <ac:spMkLst>
            <pc:docMk/>
            <pc:sldMk cId="3993381749" sldId="289"/>
            <ac:spMk id="141" creationId="{9FB29937-41F3-3F29-9481-CFAD21D9CB30}"/>
          </ac:spMkLst>
        </pc:spChg>
        <pc:spChg chg="del">
          <ac:chgData name="Jelle van Barneveld" userId="5d01777c010a23b8" providerId="LiveId" clId="{B861BBE3-024A-4C09-8649-B30D11107D8D}" dt="2024-04-04T07:38:51.186" v="2382" actId="478"/>
          <ac:spMkLst>
            <pc:docMk/>
            <pc:sldMk cId="3993381749" sldId="289"/>
            <ac:spMk id="142" creationId="{CFDB7001-8943-E338-3B18-942A42682E96}"/>
          </ac:spMkLst>
        </pc:spChg>
        <pc:spChg chg="add mod">
          <ac:chgData name="Jelle van Barneveld" userId="5d01777c010a23b8" providerId="LiveId" clId="{B861BBE3-024A-4C09-8649-B30D11107D8D}" dt="2024-04-04T07:37:05.275" v="2290" actId="27636"/>
          <ac:spMkLst>
            <pc:docMk/>
            <pc:sldMk cId="3993381749" sldId="289"/>
            <ac:spMk id="143" creationId="{1ABA1F5F-1871-39D9-9014-E7359062BF4C}"/>
          </ac:spMkLst>
        </pc:spChg>
        <pc:spChg chg="mod">
          <ac:chgData name="Jelle van Barneveld" userId="5d01777c010a23b8" providerId="LiveId" clId="{B861BBE3-024A-4C09-8649-B30D11107D8D}" dt="2024-04-04T07:37:05.210" v="2289"/>
          <ac:spMkLst>
            <pc:docMk/>
            <pc:sldMk cId="3993381749" sldId="289"/>
            <ac:spMk id="146" creationId="{EDF961C0-DFCA-757A-4145-020DC62E0B2D}"/>
          </ac:spMkLst>
        </pc:spChg>
        <pc:spChg chg="mod">
          <ac:chgData name="Jelle van Barneveld" userId="5d01777c010a23b8" providerId="LiveId" clId="{B861BBE3-024A-4C09-8649-B30D11107D8D}" dt="2024-04-04T07:37:05.210" v="2289"/>
          <ac:spMkLst>
            <pc:docMk/>
            <pc:sldMk cId="3993381749" sldId="289"/>
            <ac:spMk id="147" creationId="{6B7B53DE-B28B-6508-ED1A-1C425AB4396A}"/>
          </ac:spMkLst>
        </pc:spChg>
        <pc:spChg chg="mod">
          <ac:chgData name="Jelle van Barneveld" userId="5d01777c010a23b8" providerId="LiveId" clId="{B861BBE3-024A-4C09-8649-B30D11107D8D}" dt="2024-04-04T07:37:05.210" v="2289"/>
          <ac:spMkLst>
            <pc:docMk/>
            <pc:sldMk cId="3993381749" sldId="289"/>
            <ac:spMk id="148" creationId="{B5BBF619-9ED6-1A38-9B72-4709793C8976}"/>
          </ac:spMkLst>
        </pc:spChg>
        <pc:spChg chg="mod">
          <ac:chgData name="Jelle van Barneveld" userId="5d01777c010a23b8" providerId="LiveId" clId="{B861BBE3-024A-4C09-8649-B30D11107D8D}" dt="2024-04-04T07:37:05.210" v="2289"/>
          <ac:spMkLst>
            <pc:docMk/>
            <pc:sldMk cId="3993381749" sldId="289"/>
            <ac:spMk id="149" creationId="{035B7525-641A-BD93-C94A-AF4C21EB9642}"/>
          </ac:spMkLst>
        </pc:spChg>
        <pc:spChg chg="mod">
          <ac:chgData name="Jelle van Barneveld" userId="5d01777c010a23b8" providerId="LiveId" clId="{B861BBE3-024A-4C09-8649-B30D11107D8D}" dt="2024-04-04T07:37:05.210" v="2289"/>
          <ac:spMkLst>
            <pc:docMk/>
            <pc:sldMk cId="3993381749" sldId="289"/>
            <ac:spMk id="151" creationId="{AA2D4D33-5AD5-043A-CAA0-0E87041A58A0}"/>
          </ac:spMkLst>
        </pc:spChg>
        <pc:spChg chg="mod">
          <ac:chgData name="Jelle van Barneveld" userId="5d01777c010a23b8" providerId="LiveId" clId="{B861BBE3-024A-4C09-8649-B30D11107D8D}" dt="2024-04-04T07:37:05.210" v="2289"/>
          <ac:spMkLst>
            <pc:docMk/>
            <pc:sldMk cId="3993381749" sldId="289"/>
            <ac:spMk id="152" creationId="{91849F78-C56E-C74A-CF1C-FB4A52653E95}"/>
          </ac:spMkLst>
        </pc:spChg>
        <pc:spChg chg="mod">
          <ac:chgData name="Jelle van Barneveld" userId="5d01777c010a23b8" providerId="LiveId" clId="{B861BBE3-024A-4C09-8649-B30D11107D8D}" dt="2024-04-04T07:37:05.210" v="2289"/>
          <ac:spMkLst>
            <pc:docMk/>
            <pc:sldMk cId="3993381749" sldId="289"/>
            <ac:spMk id="154" creationId="{4ACEED39-77F4-CF69-D844-E3338D1CBAEB}"/>
          </ac:spMkLst>
        </pc:spChg>
        <pc:spChg chg="mod">
          <ac:chgData name="Jelle van Barneveld" userId="5d01777c010a23b8" providerId="LiveId" clId="{B861BBE3-024A-4C09-8649-B30D11107D8D}" dt="2024-04-04T07:37:05.210" v="2289"/>
          <ac:spMkLst>
            <pc:docMk/>
            <pc:sldMk cId="3993381749" sldId="289"/>
            <ac:spMk id="155" creationId="{EA17717A-932E-327A-399A-E11EF3CE23AF}"/>
          </ac:spMkLst>
        </pc:spChg>
        <pc:spChg chg="mod">
          <ac:chgData name="Jelle van Barneveld" userId="5d01777c010a23b8" providerId="LiveId" clId="{B861BBE3-024A-4C09-8649-B30D11107D8D}" dt="2024-04-04T07:37:05.210" v="2289"/>
          <ac:spMkLst>
            <pc:docMk/>
            <pc:sldMk cId="3993381749" sldId="289"/>
            <ac:spMk id="157" creationId="{6B2A7DB8-596F-F163-2F0E-61A2F7B4F60B}"/>
          </ac:spMkLst>
        </pc:spChg>
        <pc:spChg chg="mod">
          <ac:chgData name="Jelle van Barneveld" userId="5d01777c010a23b8" providerId="LiveId" clId="{B861BBE3-024A-4C09-8649-B30D11107D8D}" dt="2024-04-04T07:37:05.210" v="2289"/>
          <ac:spMkLst>
            <pc:docMk/>
            <pc:sldMk cId="3993381749" sldId="289"/>
            <ac:spMk id="158" creationId="{2202E5BC-68E0-39FD-D9A9-85E2CC466CD9}"/>
          </ac:spMkLst>
        </pc:spChg>
        <pc:spChg chg="add del mod">
          <ac:chgData name="Jelle van Barneveld" userId="5d01777c010a23b8" providerId="LiveId" clId="{B861BBE3-024A-4C09-8649-B30D11107D8D}" dt="2024-04-04T07:37:12.227" v="2291" actId="478"/>
          <ac:spMkLst>
            <pc:docMk/>
            <pc:sldMk cId="3993381749" sldId="289"/>
            <ac:spMk id="159" creationId="{64F804A7-96DD-67BF-6D96-9F6DDDA54983}"/>
          </ac:spMkLst>
        </pc:spChg>
        <pc:spChg chg="add mod">
          <ac:chgData name="Jelle van Barneveld" userId="5d01777c010a23b8" providerId="LiveId" clId="{B861BBE3-024A-4C09-8649-B30D11107D8D}" dt="2024-04-04T07:37:05.275" v="2290" actId="27636"/>
          <ac:spMkLst>
            <pc:docMk/>
            <pc:sldMk cId="3993381749" sldId="289"/>
            <ac:spMk id="160" creationId="{607E3691-0BEB-08EA-F221-8F5023FCC5E5}"/>
          </ac:spMkLst>
        </pc:spChg>
        <pc:spChg chg="add mod">
          <ac:chgData name="Jelle van Barneveld" userId="5d01777c010a23b8" providerId="LiveId" clId="{B861BBE3-024A-4C09-8649-B30D11107D8D}" dt="2024-04-04T07:37:05.275" v="2290" actId="27636"/>
          <ac:spMkLst>
            <pc:docMk/>
            <pc:sldMk cId="3993381749" sldId="289"/>
            <ac:spMk id="161" creationId="{14B64722-D792-1E95-7ED3-F8B3AB56157E}"/>
          </ac:spMkLst>
        </pc:spChg>
        <pc:spChg chg="add mod">
          <ac:chgData name="Jelle van Barneveld" userId="5d01777c010a23b8" providerId="LiveId" clId="{B861BBE3-024A-4C09-8649-B30D11107D8D}" dt="2024-04-04T07:37:05.275" v="2290" actId="27636"/>
          <ac:spMkLst>
            <pc:docMk/>
            <pc:sldMk cId="3993381749" sldId="289"/>
            <ac:spMk id="162" creationId="{D4E42C0B-3520-7675-32C2-3B8A6B3C3E79}"/>
          </ac:spMkLst>
        </pc:spChg>
        <pc:spChg chg="add del mod">
          <ac:chgData name="Jelle van Barneveld" userId="5d01777c010a23b8" providerId="LiveId" clId="{B861BBE3-024A-4C09-8649-B30D11107D8D}" dt="2024-04-04T07:37:12.227" v="2291" actId="478"/>
          <ac:spMkLst>
            <pc:docMk/>
            <pc:sldMk cId="3993381749" sldId="289"/>
            <ac:spMk id="163" creationId="{17518A38-1AFB-99E1-654F-3420B33A3093}"/>
          </ac:spMkLst>
        </pc:spChg>
        <pc:spChg chg="add del mod">
          <ac:chgData name="Jelle van Barneveld" userId="5d01777c010a23b8" providerId="LiveId" clId="{B861BBE3-024A-4C09-8649-B30D11107D8D}" dt="2024-04-04T07:37:21.990" v="2292" actId="478"/>
          <ac:spMkLst>
            <pc:docMk/>
            <pc:sldMk cId="3993381749" sldId="289"/>
            <ac:spMk id="164" creationId="{118068C9-3BF0-8C35-AB43-5DC414E263F1}"/>
          </ac:spMkLst>
        </pc:spChg>
        <pc:spChg chg="add del mod">
          <ac:chgData name="Jelle van Barneveld" userId="5d01777c010a23b8" providerId="LiveId" clId="{B861BBE3-024A-4C09-8649-B30D11107D8D}" dt="2024-04-04T07:37:24.447" v="2293" actId="478"/>
          <ac:spMkLst>
            <pc:docMk/>
            <pc:sldMk cId="3993381749" sldId="289"/>
            <ac:spMk id="165" creationId="{7CF2E6C2-14B0-A1D1-232F-E17B604588B5}"/>
          </ac:spMkLst>
        </pc:spChg>
        <pc:grpChg chg="del">
          <ac:chgData name="Jelle van Barneveld" userId="5d01777c010a23b8" providerId="LiveId" clId="{B861BBE3-024A-4C09-8649-B30D11107D8D}" dt="2024-04-04T07:36:47.836" v="2288" actId="478"/>
          <ac:grpSpMkLst>
            <pc:docMk/>
            <pc:sldMk cId="3993381749" sldId="289"/>
            <ac:grpSpMk id="34" creationId="{7BBFB2A5-B81D-891B-4E13-6BCE50944D49}"/>
          </ac:grpSpMkLst>
        </pc:grpChg>
        <pc:grpChg chg="del">
          <ac:chgData name="Jelle van Barneveld" userId="5d01777c010a23b8" providerId="LiveId" clId="{B861BBE3-024A-4C09-8649-B30D11107D8D}" dt="2024-04-04T07:36:47.836" v="2288" actId="478"/>
          <ac:grpSpMkLst>
            <pc:docMk/>
            <pc:sldMk cId="3993381749" sldId="289"/>
            <ac:grpSpMk id="40" creationId="{2C60848B-29D3-EAB1-4DDD-2BFB75A20491}"/>
          </ac:grpSpMkLst>
        </pc:grpChg>
        <pc:grpChg chg="del">
          <ac:chgData name="Jelle van Barneveld" userId="5d01777c010a23b8" providerId="LiveId" clId="{B861BBE3-024A-4C09-8649-B30D11107D8D}" dt="2024-04-04T07:36:47.836" v="2288" actId="478"/>
          <ac:grpSpMkLst>
            <pc:docMk/>
            <pc:sldMk cId="3993381749" sldId="289"/>
            <ac:grpSpMk id="43" creationId="{52EF06AF-C15B-7596-23F9-C7DD4C37D973}"/>
          </ac:grpSpMkLst>
        </pc:grpChg>
        <pc:grpChg chg="del">
          <ac:chgData name="Jelle van Barneveld" userId="5d01777c010a23b8" providerId="LiveId" clId="{B861BBE3-024A-4C09-8649-B30D11107D8D}" dt="2024-04-04T07:36:47.836" v="2288" actId="478"/>
          <ac:grpSpMkLst>
            <pc:docMk/>
            <pc:sldMk cId="3993381749" sldId="289"/>
            <ac:grpSpMk id="46" creationId="{111F3750-5116-A941-D0AF-61C0B149E505}"/>
          </ac:grpSpMkLst>
        </pc:grpChg>
        <pc:grpChg chg="add mod">
          <ac:chgData name="Jelle van Barneveld" userId="5d01777c010a23b8" providerId="LiveId" clId="{B861BBE3-024A-4C09-8649-B30D11107D8D}" dt="2024-04-04T07:37:05.275" v="2290" actId="27636"/>
          <ac:grpSpMkLst>
            <pc:docMk/>
            <pc:sldMk cId="3993381749" sldId="289"/>
            <ac:grpSpMk id="144" creationId="{050CC8BB-CC29-2BD4-456C-D22C94EF0731}"/>
          </ac:grpSpMkLst>
        </pc:grpChg>
        <pc:grpChg chg="mod">
          <ac:chgData name="Jelle van Barneveld" userId="5d01777c010a23b8" providerId="LiveId" clId="{B861BBE3-024A-4C09-8649-B30D11107D8D}" dt="2024-04-04T07:37:05.210" v="2289"/>
          <ac:grpSpMkLst>
            <pc:docMk/>
            <pc:sldMk cId="3993381749" sldId="289"/>
            <ac:grpSpMk id="145" creationId="{D60DF19E-0FFD-65F4-86F2-8FE566FBA059}"/>
          </ac:grpSpMkLst>
        </pc:grpChg>
        <pc:grpChg chg="add mod">
          <ac:chgData name="Jelle van Barneveld" userId="5d01777c010a23b8" providerId="LiveId" clId="{B861BBE3-024A-4C09-8649-B30D11107D8D}" dt="2024-04-04T07:37:05.275" v="2290" actId="27636"/>
          <ac:grpSpMkLst>
            <pc:docMk/>
            <pc:sldMk cId="3993381749" sldId="289"/>
            <ac:grpSpMk id="150" creationId="{8AC60A02-DED7-8B13-3705-F8DFF64A955D}"/>
          </ac:grpSpMkLst>
        </pc:grpChg>
        <pc:grpChg chg="add mod">
          <ac:chgData name="Jelle van Barneveld" userId="5d01777c010a23b8" providerId="LiveId" clId="{B861BBE3-024A-4C09-8649-B30D11107D8D}" dt="2024-04-04T07:37:05.275" v="2290" actId="27636"/>
          <ac:grpSpMkLst>
            <pc:docMk/>
            <pc:sldMk cId="3993381749" sldId="289"/>
            <ac:grpSpMk id="153" creationId="{518F726A-08B5-3DF0-69E2-0E0486EFF7E2}"/>
          </ac:grpSpMkLst>
        </pc:grpChg>
        <pc:grpChg chg="add mod">
          <ac:chgData name="Jelle van Barneveld" userId="5d01777c010a23b8" providerId="LiveId" clId="{B861BBE3-024A-4C09-8649-B30D11107D8D}" dt="2024-04-04T07:37:05.275" v="2290" actId="27636"/>
          <ac:grpSpMkLst>
            <pc:docMk/>
            <pc:sldMk cId="3993381749" sldId="289"/>
            <ac:grpSpMk id="156" creationId="{066C9EFF-B25C-09A5-CE48-1AA35D6209D2}"/>
          </ac:grpSpMkLst>
        </pc:grpChg>
      </pc:sldChg>
      <pc:sldChg chg="add del">
        <pc:chgData name="Jelle van Barneveld" userId="5d01777c010a23b8" providerId="LiveId" clId="{B861BBE3-024A-4C09-8649-B30D11107D8D}" dt="2024-04-04T07:31:24.179" v="1942"/>
        <pc:sldMkLst>
          <pc:docMk/>
          <pc:sldMk cId="4278020041" sldId="289"/>
        </pc:sldMkLst>
      </pc:sldChg>
      <pc:sldChg chg="addSp delSp modSp add mod modTransition modAnim">
        <pc:chgData name="Jelle van Barneveld" userId="5d01777c010a23b8" providerId="LiveId" clId="{B861BBE3-024A-4C09-8649-B30D11107D8D}" dt="2024-04-04T07:39:35.087" v="2388"/>
        <pc:sldMkLst>
          <pc:docMk/>
          <pc:sldMk cId="1725715861" sldId="290"/>
        </pc:sldMkLst>
        <pc:spChg chg="add mod">
          <ac:chgData name="Jelle van Barneveld" userId="5d01777c010a23b8" providerId="LiveId" clId="{B861BBE3-024A-4C09-8649-B30D11107D8D}" dt="2024-04-04T07:38:04.352" v="2371" actId="27636"/>
          <ac:spMkLst>
            <pc:docMk/>
            <pc:sldMk cId="1725715861" sldId="290"/>
            <ac:spMk id="2" creationId="{ABBD4AC0-B29C-2437-492D-112888BCDACA}"/>
          </ac:spMkLst>
        </pc:spChg>
        <pc:spChg chg="add mod">
          <ac:chgData name="Jelle van Barneveld" userId="5d01777c010a23b8" providerId="LiveId" clId="{B861BBE3-024A-4C09-8649-B30D11107D8D}" dt="2024-04-04T07:38:04.352" v="2371" actId="27636"/>
          <ac:spMkLst>
            <pc:docMk/>
            <pc:sldMk cId="1725715861" sldId="290"/>
            <ac:spMk id="3" creationId="{F6F63E88-D5A7-26A9-AAEE-3A2BC1627630}"/>
          </ac:spMkLst>
        </pc:spChg>
        <pc:spChg chg="add mod">
          <ac:chgData name="Jelle van Barneveld" userId="5d01777c010a23b8" providerId="LiveId" clId="{B861BBE3-024A-4C09-8649-B30D11107D8D}" dt="2024-04-04T07:38:04.352" v="2371" actId="27636"/>
          <ac:spMkLst>
            <pc:docMk/>
            <pc:sldMk cId="1725715861" sldId="290"/>
            <ac:spMk id="4" creationId="{8B7B23CA-1CCE-21AC-9DA2-AA5128845355}"/>
          </ac:spMkLst>
        </pc:spChg>
        <pc:spChg chg="mod">
          <ac:chgData name="Jelle van Barneveld" userId="5d01777c010a23b8" providerId="LiveId" clId="{B861BBE3-024A-4C09-8649-B30D11107D8D}" dt="2024-04-04T07:37:58.190" v="2369" actId="20577"/>
          <ac:spMkLst>
            <pc:docMk/>
            <pc:sldMk cId="1725715861" sldId="290"/>
            <ac:spMk id="9" creationId="{03F21FE5-01A9-1CF9-6E21-6F1087E0E0FE}"/>
          </ac:spMkLst>
        </pc:spChg>
        <pc:spChg chg="add mod">
          <ac:chgData name="Jelle van Barneveld" userId="5d01777c010a23b8" providerId="LiveId" clId="{B861BBE3-024A-4C09-8649-B30D11107D8D}" dt="2024-04-04T07:38:04.352" v="2371" actId="27636"/>
          <ac:spMkLst>
            <pc:docMk/>
            <pc:sldMk cId="1725715861" sldId="290"/>
            <ac:spMk id="10" creationId="{A4CAADEE-5597-927B-DC93-838CCC22F781}"/>
          </ac:spMkLst>
        </pc:spChg>
        <pc:spChg chg="add mod">
          <ac:chgData name="Jelle van Barneveld" userId="5d01777c010a23b8" providerId="LiveId" clId="{B861BBE3-024A-4C09-8649-B30D11107D8D}" dt="2024-04-04T07:38:04.352" v="2371" actId="27636"/>
          <ac:spMkLst>
            <pc:docMk/>
            <pc:sldMk cId="1725715861" sldId="290"/>
            <ac:spMk id="11" creationId="{176FEB86-1CF6-C4DD-99E9-7B9EB3D3E4EC}"/>
          </ac:spMkLst>
        </pc:spChg>
        <pc:spChg chg="add mod">
          <ac:chgData name="Jelle van Barneveld" userId="5d01777c010a23b8" providerId="LiveId" clId="{B861BBE3-024A-4C09-8649-B30D11107D8D}" dt="2024-04-04T07:38:04.352" v="2371" actId="27636"/>
          <ac:spMkLst>
            <pc:docMk/>
            <pc:sldMk cId="1725715861" sldId="290"/>
            <ac:spMk id="12" creationId="{7EB09264-4171-FC49-31B5-EAFA69C1875D}"/>
          </ac:spMkLst>
        </pc:spChg>
        <pc:spChg chg="add mod">
          <ac:chgData name="Jelle van Barneveld" userId="5d01777c010a23b8" providerId="LiveId" clId="{B861BBE3-024A-4C09-8649-B30D11107D8D}" dt="2024-04-04T07:38:04.352" v="2371" actId="27636"/>
          <ac:spMkLst>
            <pc:docMk/>
            <pc:sldMk cId="1725715861" sldId="290"/>
            <ac:spMk id="13" creationId="{BD43DD93-F45A-CA53-4752-C7D5C0BFC377}"/>
          </ac:spMkLst>
        </pc:spChg>
        <pc:spChg chg="add mod">
          <ac:chgData name="Jelle van Barneveld" userId="5d01777c010a23b8" providerId="LiveId" clId="{B861BBE3-024A-4C09-8649-B30D11107D8D}" dt="2024-04-04T07:38:04.352" v="2371" actId="27636"/>
          <ac:spMkLst>
            <pc:docMk/>
            <pc:sldMk cId="1725715861" sldId="290"/>
            <ac:spMk id="14" creationId="{1D5FFD89-683C-44DD-F063-DE2909132979}"/>
          </ac:spMkLst>
        </pc:spChg>
        <pc:spChg chg="add mod">
          <ac:chgData name="Jelle van Barneveld" userId="5d01777c010a23b8" providerId="LiveId" clId="{B861BBE3-024A-4C09-8649-B30D11107D8D}" dt="2024-04-04T07:38:04.352" v="2371" actId="27636"/>
          <ac:spMkLst>
            <pc:docMk/>
            <pc:sldMk cId="1725715861" sldId="290"/>
            <ac:spMk id="15" creationId="{B6242538-6990-9AD0-15FA-75B120E62E7D}"/>
          </ac:spMkLst>
        </pc:spChg>
        <pc:spChg chg="add mod">
          <ac:chgData name="Jelle van Barneveld" userId="5d01777c010a23b8" providerId="LiveId" clId="{B861BBE3-024A-4C09-8649-B30D11107D8D}" dt="2024-04-04T07:38:04.352" v="2371" actId="27636"/>
          <ac:spMkLst>
            <pc:docMk/>
            <pc:sldMk cId="1725715861" sldId="290"/>
            <ac:spMk id="16" creationId="{A96FECF7-2D3C-9518-F89C-257704412354}"/>
          </ac:spMkLst>
        </pc:spChg>
        <pc:spChg chg="add mod">
          <ac:chgData name="Jelle van Barneveld" userId="5d01777c010a23b8" providerId="LiveId" clId="{B861BBE3-024A-4C09-8649-B30D11107D8D}" dt="2024-04-04T07:38:04.352" v="2371" actId="27636"/>
          <ac:spMkLst>
            <pc:docMk/>
            <pc:sldMk cId="1725715861" sldId="290"/>
            <ac:spMk id="17" creationId="{D7B62463-4722-9D8D-1B9B-9153734B4EC0}"/>
          </ac:spMkLst>
        </pc:spChg>
        <pc:spChg chg="add mod">
          <ac:chgData name="Jelle van Barneveld" userId="5d01777c010a23b8" providerId="LiveId" clId="{B861BBE3-024A-4C09-8649-B30D11107D8D}" dt="2024-04-04T07:38:04.352" v="2371" actId="27636"/>
          <ac:spMkLst>
            <pc:docMk/>
            <pc:sldMk cId="1725715861" sldId="290"/>
            <ac:spMk id="18" creationId="{4048D6D0-290D-09F3-1266-4A333467F801}"/>
          </ac:spMkLst>
        </pc:spChg>
        <pc:spChg chg="add mod">
          <ac:chgData name="Jelle van Barneveld" userId="5d01777c010a23b8" providerId="LiveId" clId="{B861BBE3-024A-4C09-8649-B30D11107D8D}" dt="2024-04-04T07:38:04.352" v="2371" actId="27636"/>
          <ac:spMkLst>
            <pc:docMk/>
            <pc:sldMk cId="1725715861" sldId="290"/>
            <ac:spMk id="19" creationId="{35EB7566-F37E-5C59-A20D-E49EAF261952}"/>
          </ac:spMkLst>
        </pc:spChg>
        <pc:spChg chg="add mod">
          <ac:chgData name="Jelle van Barneveld" userId="5d01777c010a23b8" providerId="LiveId" clId="{B861BBE3-024A-4C09-8649-B30D11107D8D}" dt="2024-04-04T07:38:04.352" v="2371" actId="27636"/>
          <ac:spMkLst>
            <pc:docMk/>
            <pc:sldMk cId="1725715861" sldId="290"/>
            <ac:spMk id="20" creationId="{591EE599-546A-89B0-247D-8C64C58F4DE2}"/>
          </ac:spMkLst>
        </pc:spChg>
        <pc:spChg chg="add mod">
          <ac:chgData name="Jelle van Barneveld" userId="5d01777c010a23b8" providerId="LiveId" clId="{B861BBE3-024A-4C09-8649-B30D11107D8D}" dt="2024-04-04T07:38:04.352" v="2371" actId="27636"/>
          <ac:spMkLst>
            <pc:docMk/>
            <pc:sldMk cId="1725715861" sldId="290"/>
            <ac:spMk id="21" creationId="{B53B2DA4-AFCC-DA1D-83D4-0CA51AE7AF41}"/>
          </ac:spMkLst>
        </pc:spChg>
        <pc:spChg chg="add mod">
          <ac:chgData name="Jelle van Barneveld" userId="5d01777c010a23b8" providerId="LiveId" clId="{B861BBE3-024A-4C09-8649-B30D11107D8D}" dt="2024-04-04T07:38:04.352" v="2371" actId="27636"/>
          <ac:spMkLst>
            <pc:docMk/>
            <pc:sldMk cId="1725715861" sldId="290"/>
            <ac:spMk id="22" creationId="{88D291D2-2A8D-4FD6-7345-C8BE94EA2A53}"/>
          </ac:spMkLst>
        </pc:spChg>
        <pc:spChg chg="add mod">
          <ac:chgData name="Jelle van Barneveld" userId="5d01777c010a23b8" providerId="LiveId" clId="{B861BBE3-024A-4C09-8649-B30D11107D8D}" dt="2024-04-04T07:38:04.352" v="2371" actId="27636"/>
          <ac:spMkLst>
            <pc:docMk/>
            <pc:sldMk cId="1725715861" sldId="290"/>
            <ac:spMk id="23" creationId="{42BB5C85-3C29-D301-CC77-7ACCA21802A5}"/>
          </ac:spMkLst>
        </pc:spChg>
        <pc:spChg chg="add mod">
          <ac:chgData name="Jelle van Barneveld" userId="5d01777c010a23b8" providerId="LiveId" clId="{B861BBE3-024A-4C09-8649-B30D11107D8D}" dt="2024-04-04T07:38:04.352" v="2371" actId="27636"/>
          <ac:spMkLst>
            <pc:docMk/>
            <pc:sldMk cId="1725715861" sldId="290"/>
            <ac:spMk id="24" creationId="{7E9D7BA7-AC97-446A-E533-C49D7B16871B}"/>
          </ac:spMkLst>
        </pc:spChg>
        <pc:spChg chg="add mod">
          <ac:chgData name="Jelle van Barneveld" userId="5d01777c010a23b8" providerId="LiveId" clId="{B861BBE3-024A-4C09-8649-B30D11107D8D}" dt="2024-04-04T07:38:04.352" v="2371" actId="27636"/>
          <ac:spMkLst>
            <pc:docMk/>
            <pc:sldMk cId="1725715861" sldId="290"/>
            <ac:spMk id="25" creationId="{70763E23-B13A-5221-C502-A071E69D9CC2}"/>
          </ac:spMkLst>
        </pc:spChg>
        <pc:spChg chg="add mod">
          <ac:chgData name="Jelle van Barneveld" userId="5d01777c010a23b8" providerId="LiveId" clId="{B861BBE3-024A-4C09-8649-B30D11107D8D}" dt="2024-04-04T07:38:04.352" v="2371" actId="27636"/>
          <ac:spMkLst>
            <pc:docMk/>
            <pc:sldMk cId="1725715861" sldId="290"/>
            <ac:spMk id="26" creationId="{F56439B3-D1A6-9769-7C47-9994EFDA612A}"/>
          </ac:spMkLst>
        </pc:spChg>
        <pc:spChg chg="add mod">
          <ac:chgData name="Jelle van Barneveld" userId="5d01777c010a23b8" providerId="LiveId" clId="{B861BBE3-024A-4C09-8649-B30D11107D8D}" dt="2024-04-04T07:38:04.352" v="2371" actId="27636"/>
          <ac:spMkLst>
            <pc:docMk/>
            <pc:sldMk cId="1725715861" sldId="290"/>
            <ac:spMk id="27" creationId="{132F0A6F-67ED-952D-D73C-0BAE1673C310}"/>
          </ac:spMkLst>
        </pc:spChg>
        <pc:spChg chg="add mod">
          <ac:chgData name="Jelle van Barneveld" userId="5d01777c010a23b8" providerId="LiveId" clId="{B861BBE3-024A-4C09-8649-B30D11107D8D}" dt="2024-04-04T07:38:04.352" v="2371" actId="27636"/>
          <ac:spMkLst>
            <pc:docMk/>
            <pc:sldMk cId="1725715861" sldId="290"/>
            <ac:spMk id="28" creationId="{D0594219-3533-DE7C-765D-5FFD412ED923}"/>
          </ac:spMkLst>
        </pc:spChg>
        <pc:spChg chg="add mod">
          <ac:chgData name="Jelle van Barneveld" userId="5d01777c010a23b8" providerId="LiveId" clId="{B861BBE3-024A-4C09-8649-B30D11107D8D}" dt="2024-04-04T07:38:04.352" v="2371" actId="27636"/>
          <ac:spMkLst>
            <pc:docMk/>
            <pc:sldMk cId="1725715861" sldId="290"/>
            <ac:spMk id="29" creationId="{72B70CCC-B53A-A163-53ED-A0510FF71C07}"/>
          </ac:spMkLst>
        </pc:spChg>
        <pc:spChg chg="add mod">
          <ac:chgData name="Jelle van Barneveld" userId="5d01777c010a23b8" providerId="LiveId" clId="{B861BBE3-024A-4C09-8649-B30D11107D8D}" dt="2024-04-04T07:38:04.352" v="2371" actId="27636"/>
          <ac:spMkLst>
            <pc:docMk/>
            <pc:sldMk cId="1725715861" sldId="290"/>
            <ac:spMk id="30" creationId="{81016AC6-F54E-32EE-0C23-B29BB89FE549}"/>
          </ac:spMkLst>
        </pc:spChg>
        <pc:spChg chg="add mod">
          <ac:chgData name="Jelle van Barneveld" userId="5d01777c010a23b8" providerId="LiveId" clId="{B861BBE3-024A-4C09-8649-B30D11107D8D}" dt="2024-04-04T07:38:04.352" v="2371" actId="27636"/>
          <ac:spMkLst>
            <pc:docMk/>
            <pc:sldMk cId="1725715861" sldId="290"/>
            <ac:spMk id="31" creationId="{145C47B5-6DFF-2C4F-BE08-A51286274FD4}"/>
          </ac:spMkLst>
        </pc:spChg>
        <pc:spChg chg="add mod">
          <ac:chgData name="Jelle van Barneveld" userId="5d01777c010a23b8" providerId="LiveId" clId="{B861BBE3-024A-4C09-8649-B30D11107D8D}" dt="2024-04-04T07:38:04.352" v="2371" actId="27636"/>
          <ac:spMkLst>
            <pc:docMk/>
            <pc:sldMk cId="1725715861" sldId="290"/>
            <ac:spMk id="32" creationId="{A4D5786F-1476-817F-79A8-CD6AE0CD0355}"/>
          </ac:spMkLst>
        </pc:spChg>
        <pc:spChg chg="add mod">
          <ac:chgData name="Jelle van Barneveld" userId="5d01777c010a23b8" providerId="LiveId" clId="{B861BBE3-024A-4C09-8649-B30D11107D8D}" dt="2024-04-04T07:38:04.352" v="2371" actId="27636"/>
          <ac:spMkLst>
            <pc:docMk/>
            <pc:sldMk cId="1725715861" sldId="290"/>
            <ac:spMk id="33" creationId="{B800CED3-6E78-ACB6-2ED0-79816AD53B94}"/>
          </ac:spMkLst>
        </pc:spChg>
        <pc:spChg chg="add mod">
          <ac:chgData name="Jelle van Barneveld" userId="5d01777c010a23b8" providerId="LiveId" clId="{B861BBE3-024A-4C09-8649-B30D11107D8D}" dt="2024-04-04T07:38:04.352" v="2371" actId="27636"/>
          <ac:spMkLst>
            <pc:docMk/>
            <pc:sldMk cId="1725715861" sldId="290"/>
            <ac:spMk id="34" creationId="{05723B50-DFF9-CFB8-F8AD-A7284483C296}"/>
          </ac:spMkLst>
        </pc:spChg>
        <pc:spChg chg="mod">
          <ac:chgData name="Jelle van Barneveld" userId="5d01777c010a23b8" providerId="LiveId" clId="{B861BBE3-024A-4C09-8649-B30D11107D8D}" dt="2024-04-04T07:38:04.277" v="2370"/>
          <ac:spMkLst>
            <pc:docMk/>
            <pc:sldMk cId="1725715861" sldId="290"/>
            <ac:spMk id="37" creationId="{60969C17-8E3A-8377-E7D7-3FED9D669687}"/>
          </ac:spMkLst>
        </pc:spChg>
        <pc:spChg chg="mod">
          <ac:chgData name="Jelle van Barneveld" userId="5d01777c010a23b8" providerId="LiveId" clId="{B861BBE3-024A-4C09-8649-B30D11107D8D}" dt="2024-04-04T07:38:04.277" v="2370"/>
          <ac:spMkLst>
            <pc:docMk/>
            <pc:sldMk cId="1725715861" sldId="290"/>
            <ac:spMk id="38" creationId="{DFDA9607-3E0D-6FDB-C3D1-AE3BD82B5BAF}"/>
          </ac:spMkLst>
        </pc:spChg>
        <pc:spChg chg="mod">
          <ac:chgData name="Jelle van Barneveld" userId="5d01777c010a23b8" providerId="LiveId" clId="{B861BBE3-024A-4C09-8649-B30D11107D8D}" dt="2024-04-04T07:38:04.277" v="2370"/>
          <ac:spMkLst>
            <pc:docMk/>
            <pc:sldMk cId="1725715861" sldId="290"/>
            <ac:spMk id="39" creationId="{9546CC2C-010A-56FA-F9D4-48FBD6F44705}"/>
          </ac:spMkLst>
        </pc:spChg>
        <pc:spChg chg="mod">
          <ac:chgData name="Jelle van Barneveld" userId="5d01777c010a23b8" providerId="LiveId" clId="{B861BBE3-024A-4C09-8649-B30D11107D8D}" dt="2024-04-04T07:38:04.277" v="2370"/>
          <ac:spMkLst>
            <pc:docMk/>
            <pc:sldMk cId="1725715861" sldId="290"/>
            <ac:spMk id="40" creationId="{26609CEF-D2FF-7B3D-6247-613A76504097}"/>
          </ac:spMkLst>
        </pc:spChg>
        <pc:spChg chg="mod">
          <ac:chgData name="Jelle van Barneveld" userId="5d01777c010a23b8" providerId="LiveId" clId="{B861BBE3-024A-4C09-8649-B30D11107D8D}" dt="2024-04-04T07:38:04.277" v="2370"/>
          <ac:spMkLst>
            <pc:docMk/>
            <pc:sldMk cId="1725715861" sldId="290"/>
            <ac:spMk id="42" creationId="{AE4841F9-9464-7482-EDE5-B8577A18A739}"/>
          </ac:spMkLst>
        </pc:spChg>
        <pc:spChg chg="mod">
          <ac:chgData name="Jelle van Barneveld" userId="5d01777c010a23b8" providerId="LiveId" clId="{B861BBE3-024A-4C09-8649-B30D11107D8D}" dt="2024-04-04T07:38:04.277" v="2370"/>
          <ac:spMkLst>
            <pc:docMk/>
            <pc:sldMk cId="1725715861" sldId="290"/>
            <ac:spMk id="43" creationId="{9DF4D79C-553A-E195-5258-30B1AE342E57}"/>
          </ac:spMkLst>
        </pc:spChg>
        <pc:spChg chg="mod">
          <ac:chgData name="Jelle van Barneveld" userId="5d01777c010a23b8" providerId="LiveId" clId="{B861BBE3-024A-4C09-8649-B30D11107D8D}" dt="2024-04-04T07:38:04.277" v="2370"/>
          <ac:spMkLst>
            <pc:docMk/>
            <pc:sldMk cId="1725715861" sldId="290"/>
            <ac:spMk id="45" creationId="{2A0A29FB-8C65-465B-ACC0-A814DF03F41D}"/>
          </ac:spMkLst>
        </pc:spChg>
        <pc:spChg chg="mod">
          <ac:chgData name="Jelle van Barneveld" userId="5d01777c010a23b8" providerId="LiveId" clId="{B861BBE3-024A-4C09-8649-B30D11107D8D}" dt="2024-04-04T07:38:04.277" v="2370"/>
          <ac:spMkLst>
            <pc:docMk/>
            <pc:sldMk cId="1725715861" sldId="290"/>
            <ac:spMk id="46" creationId="{144D8DCD-A003-F68C-6249-1562C19658B3}"/>
          </ac:spMkLst>
        </pc:spChg>
        <pc:spChg chg="mod">
          <ac:chgData name="Jelle van Barneveld" userId="5d01777c010a23b8" providerId="LiveId" clId="{B861BBE3-024A-4C09-8649-B30D11107D8D}" dt="2024-04-04T07:38:04.277" v="2370"/>
          <ac:spMkLst>
            <pc:docMk/>
            <pc:sldMk cId="1725715861" sldId="290"/>
            <ac:spMk id="48" creationId="{0D07F262-DF56-97A0-CEFF-A92FBA3148BF}"/>
          </ac:spMkLst>
        </pc:spChg>
        <pc:spChg chg="del">
          <ac:chgData name="Jelle van Barneveld" userId="5d01777c010a23b8" providerId="LiveId" clId="{B861BBE3-024A-4C09-8649-B30D11107D8D}" dt="2024-04-04T07:38:14.319" v="2373" actId="478"/>
          <ac:spMkLst>
            <pc:docMk/>
            <pc:sldMk cId="1725715861" sldId="290"/>
            <ac:spMk id="49" creationId="{1248E1B4-1BB3-D868-0C39-91EFED352F9A}"/>
          </ac:spMkLst>
        </pc:spChg>
        <pc:spChg chg="mod">
          <ac:chgData name="Jelle van Barneveld" userId="5d01777c010a23b8" providerId="LiveId" clId="{B861BBE3-024A-4C09-8649-B30D11107D8D}" dt="2024-04-04T07:38:04.277" v="2370"/>
          <ac:spMkLst>
            <pc:docMk/>
            <pc:sldMk cId="1725715861" sldId="290"/>
            <ac:spMk id="50" creationId="{C103F294-CC15-93E8-2D50-FFCF7C043D52}"/>
          </ac:spMkLst>
        </pc:spChg>
        <pc:spChg chg="del">
          <ac:chgData name="Jelle van Barneveld" userId="5d01777c010a23b8" providerId="LiveId" clId="{B861BBE3-024A-4C09-8649-B30D11107D8D}" dt="2024-04-04T07:38:14.319" v="2373" actId="478"/>
          <ac:spMkLst>
            <pc:docMk/>
            <pc:sldMk cId="1725715861" sldId="290"/>
            <ac:spMk id="51" creationId="{C46DB345-AE25-FB9E-F92C-2E1201BC47B5}"/>
          </ac:spMkLst>
        </pc:spChg>
        <pc:spChg chg="del">
          <ac:chgData name="Jelle van Barneveld" userId="5d01777c010a23b8" providerId="LiveId" clId="{B861BBE3-024A-4C09-8649-B30D11107D8D}" dt="2024-04-04T07:38:56.360" v="2383" actId="478"/>
          <ac:spMkLst>
            <pc:docMk/>
            <pc:sldMk cId="1725715861" sldId="290"/>
            <ac:spMk id="52" creationId="{3320616B-7CB2-3EFB-E25C-8F48E38F5673}"/>
          </ac:spMkLst>
        </pc:spChg>
        <pc:spChg chg="del">
          <ac:chgData name="Jelle van Barneveld" userId="5d01777c010a23b8" providerId="LiveId" clId="{B861BBE3-024A-4C09-8649-B30D11107D8D}" dt="2024-04-04T07:38:14.319" v="2373" actId="478"/>
          <ac:spMkLst>
            <pc:docMk/>
            <pc:sldMk cId="1725715861" sldId="290"/>
            <ac:spMk id="53" creationId="{9E296E82-0BCA-125B-0155-A57F202C94B1}"/>
          </ac:spMkLst>
        </pc:spChg>
        <pc:spChg chg="del">
          <ac:chgData name="Jelle van Barneveld" userId="5d01777c010a23b8" providerId="LiveId" clId="{B861BBE3-024A-4C09-8649-B30D11107D8D}" dt="2024-04-04T07:38:14.319" v="2373" actId="478"/>
          <ac:spMkLst>
            <pc:docMk/>
            <pc:sldMk cId="1725715861" sldId="290"/>
            <ac:spMk id="54" creationId="{77575C67-1F65-F006-DF55-70AE35734135}"/>
          </ac:spMkLst>
        </pc:spChg>
        <pc:spChg chg="del">
          <ac:chgData name="Jelle van Barneveld" userId="5d01777c010a23b8" providerId="LiveId" clId="{B861BBE3-024A-4C09-8649-B30D11107D8D}" dt="2024-04-04T07:38:14.319" v="2373" actId="478"/>
          <ac:spMkLst>
            <pc:docMk/>
            <pc:sldMk cId="1725715861" sldId="290"/>
            <ac:spMk id="55" creationId="{6BFE2104-64E5-1129-3A37-EBF5A5C774A9}"/>
          </ac:spMkLst>
        </pc:spChg>
        <pc:spChg chg="add mod">
          <ac:chgData name="Jelle van Barneveld" userId="5d01777c010a23b8" providerId="LiveId" clId="{B861BBE3-024A-4C09-8649-B30D11107D8D}" dt="2024-04-04T07:38:04.352" v="2371" actId="27636"/>
          <ac:spMkLst>
            <pc:docMk/>
            <pc:sldMk cId="1725715861" sldId="290"/>
            <ac:spMk id="56" creationId="{B7A8E2D5-39EA-1247-2F18-63D4D0BFEA1D}"/>
          </ac:spMkLst>
        </pc:spChg>
        <pc:spChg chg="del">
          <ac:chgData name="Jelle van Barneveld" userId="5d01777c010a23b8" providerId="LiveId" clId="{B861BBE3-024A-4C09-8649-B30D11107D8D}" dt="2024-04-04T07:38:14.319" v="2373" actId="478"/>
          <ac:spMkLst>
            <pc:docMk/>
            <pc:sldMk cId="1725715861" sldId="290"/>
            <ac:spMk id="57" creationId="{0B6C5AF2-DBB3-31D5-4288-C112A745A4C6}"/>
          </ac:spMkLst>
        </pc:spChg>
        <pc:spChg chg="del">
          <ac:chgData name="Jelle van Barneveld" userId="5d01777c010a23b8" providerId="LiveId" clId="{B861BBE3-024A-4C09-8649-B30D11107D8D}" dt="2024-04-04T07:38:14.319" v="2373" actId="478"/>
          <ac:spMkLst>
            <pc:docMk/>
            <pc:sldMk cId="1725715861" sldId="290"/>
            <ac:spMk id="58" creationId="{A5F47DC2-92A7-011C-A1C1-120B3E7FBA56}"/>
          </ac:spMkLst>
        </pc:spChg>
        <pc:spChg chg="del">
          <ac:chgData name="Jelle van Barneveld" userId="5d01777c010a23b8" providerId="LiveId" clId="{B861BBE3-024A-4C09-8649-B30D11107D8D}" dt="2024-04-04T07:38:14.319" v="2373" actId="478"/>
          <ac:spMkLst>
            <pc:docMk/>
            <pc:sldMk cId="1725715861" sldId="290"/>
            <ac:spMk id="59" creationId="{956D5FB4-CA42-4BFA-2944-DF71244F003D}"/>
          </ac:spMkLst>
        </pc:spChg>
        <pc:spChg chg="del">
          <ac:chgData name="Jelle van Barneveld" userId="5d01777c010a23b8" providerId="LiveId" clId="{B861BBE3-024A-4C09-8649-B30D11107D8D}" dt="2024-04-04T07:38:14.319" v="2373" actId="478"/>
          <ac:spMkLst>
            <pc:docMk/>
            <pc:sldMk cId="1725715861" sldId="290"/>
            <ac:spMk id="60" creationId="{5A110588-552E-1EEE-3912-03131DE21094}"/>
          </ac:spMkLst>
        </pc:spChg>
        <pc:spChg chg="del">
          <ac:chgData name="Jelle van Barneveld" userId="5d01777c010a23b8" providerId="LiveId" clId="{B861BBE3-024A-4C09-8649-B30D11107D8D}" dt="2024-04-04T07:38:14.319" v="2373" actId="478"/>
          <ac:spMkLst>
            <pc:docMk/>
            <pc:sldMk cId="1725715861" sldId="290"/>
            <ac:spMk id="61" creationId="{67EC743D-4A67-5A1C-8ACA-470F8407B012}"/>
          </ac:spMkLst>
        </pc:spChg>
        <pc:spChg chg="del">
          <ac:chgData name="Jelle van Barneveld" userId="5d01777c010a23b8" providerId="LiveId" clId="{B861BBE3-024A-4C09-8649-B30D11107D8D}" dt="2024-04-04T07:38:14.319" v="2373" actId="478"/>
          <ac:spMkLst>
            <pc:docMk/>
            <pc:sldMk cId="1725715861" sldId="290"/>
            <ac:spMk id="62" creationId="{195B5333-B43A-AE1A-DED8-7082F5C441D3}"/>
          </ac:spMkLst>
        </pc:spChg>
        <pc:spChg chg="del">
          <ac:chgData name="Jelle van Barneveld" userId="5d01777c010a23b8" providerId="LiveId" clId="{B861BBE3-024A-4C09-8649-B30D11107D8D}" dt="2024-04-04T07:38:14.319" v="2373" actId="478"/>
          <ac:spMkLst>
            <pc:docMk/>
            <pc:sldMk cId="1725715861" sldId="290"/>
            <ac:spMk id="63" creationId="{8E9B34E7-76E8-3C4D-1CAE-62854279D86F}"/>
          </ac:spMkLst>
        </pc:spChg>
        <pc:spChg chg="del">
          <ac:chgData name="Jelle van Barneveld" userId="5d01777c010a23b8" providerId="LiveId" clId="{B861BBE3-024A-4C09-8649-B30D11107D8D}" dt="2024-04-04T07:38:14.319" v="2373" actId="478"/>
          <ac:spMkLst>
            <pc:docMk/>
            <pc:sldMk cId="1725715861" sldId="290"/>
            <ac:spMk id="128" creationId="{FEB873C0-1251-5000-BF98-54B471B46948}"/>
          </ac:spMkLst>
        </pc:spChg>
        <pc:spChg chg="del">
          <ac:chgData name="Jelle van Barneveld" userId="5d01777c010a23b8" providerId="LiveId" clId="{B861BBE3-024A-4C09-8649-B30D11107D8D}" dt="2024-04-04T07:38:14.319" v="2373" actId="478"/>
          <ac:spMkLst>
            <pc:docMk/>
            <pc:sldMk cId="1725715861" sldId="290"/>
            <ac:spMk id="129" creationId="{269D0405-FB6B-D11E-1EC9-E6D87FA7C3B6}"/>
          </ac:spMkLst>
        </pc:spChg>
        <pc:spChg chg="del">
          <ac:chgData name="Jelle van Barneveld" userId="5d01777c010a23b8" providerId="LiveId" clId="{B861BBE3-024A-4C09-8649-B30D11107D8D}" dt="2024-04-04T07:38:14.319" v="2373" actId="478"/>
          <ac:spMkLst>
            <pc:docMk/>
            <pc:sldMk cId="1725715861" sldId="290"/>
            <ac:spMk id="130" creationId="{EF9ACC62-D57F-0975-6190-B2D7F47E9D2E}"/>
          </ac:spMkLst>
        </pc:spChg>
        <pc:spChg chg="del">
          <ac:chgData name="Jelle van Barneveld" userId="5d01777c010a23b8" providerId="LiveId" clId="{B861BBE3-024A-4C09-8649-B30D11107D8D}" dt="2024-04-04T07:38:14.319" v="2373" actId="478"/>
          <ac:spMkLst>
            <pc:docMk/>
            <pc:sldMk cId="1725715861" sldId="290"/>
            <ac:spMk id="131" creationId="{55846C97-5972-68F9-C5C1-B7B1768B03EC}"/>
          </ac:spMkLst>
        </pc:spChg>
        <pc:spChg chg="del">
          <ac:chgData name="Jelle van Barneveld" userId="5d01777c010a23b8" providerId="LiveId" clId="{B861BBE3-024A-4C09-8649-B30D11107D8D}" dt="2024-04-04T07:38:14.319" v="2373" actId="478"/>
          <ac:spMkLst>
            <pc:docMk/>
            <pc:sldMk cId="1725715861" sldId="290"/>
            <ac:spMk id="132" creationId="{6F2B9A06-9C61-D80E-F53E-A120E6F66DA3}"/>
          </ac:spMkLst>
        </pc:spChg>
        <pc:spChg chg="del">
          <ac:chgData name="Jelle van Barneveld" userId="5d01777c010a23b8" providerId="LiveId" clId="{B861BBE3-024A-4C09-8649-B30D11107D8D}" dt="2024-04-04T07:38:14.319" v="2373" actId="478"/>
          <ac:spMkLst>
            <pc:docMk/>
            <pc:sldMk cId="1725715861" sldId="290"/>
            <ac:spMk id="133" creationId="{B9A44990-BDAE-6EB6-203F-0B0C5F757F18}"/>
          </ac:spMkLst>
        </pc:spChg>
        <pc:spChg chg="del">
          <ac:chgData name="Jelle van Barneveld" userId="5d01777c010a23b8" providerId="LiveId" clId="{B861BBE3-024A-4C09-8649-B30D11107D8D}" dt="2024-04-04T07:38:14.319" v="2373" actId="478"/>
          <ac:spMkLst>
            <pc:docMk/>
            <pc:sldMk cId="1725715861" sldId="290"/>
            <ac:spMk id="134" creationId="{631F8EDC-FD4D-D207-72E8-55993CC73865}"/>
          </ac:spMkLst>
        </pc:spChg>
        <pc:spChg chg="del">
          <ac:chgData name="Jelle van Barneveld" userId="5d01777c010a23b8" providerId="LiveId" clId="{B861BBE3-024A-4C09-8649-B30D11107D8D}" dt="2024-04-04T07:38:14.319" v="2373" actId="478"/>
          <ac:spMkLst>
            <pc:docMk/>
            <pc:sldMk cId="1725715861" sldId="290"/>
            <ac:spMk id="135" creationId="{42ABD562-353C-6A40-1B74-4D6D1C7F0D20}"/>
          </ac:spMkLst>
        </pc:spChg>
        <pc:spChg chg="del">
          <ac:chgData name="Jelle van Barneveld" userId="5d01777c010a23b8" providerId="LiveId" clId="{B861BBE3-024A-4C09-8649-B30D11107D8D}" dt="2024-04-04T07:38:14.319" v="2373" actId="478"/>
          <ac:spMkLst>
            <pc:docMk/>
            <pc:sldMk cId="1725715861" sldId="290"/>
            <ac:spMk id="136" creationId="{A958E0E0-F52E-AFB4-3675-4655AAE21FD7}"/>
          </ac:spMkLst>
        </pc:spChg>
        <pc:spChg chg="del">
          <ac:chgData name="Jelle van Barneveld" userId="5d01777c010a23b8" providerId="LiveId" clId="{B861BBE3-024A-4C09-8649-B30D11107D8D}" dt="2024-04-04T07:38:14.319" v="2373" actId="478"/>
          <ac:spMkLst>
            <pc:docMk/>
            <pc:sldMk cId="1725715861" sldId="290"/>
            <ac:spMk id="137" creationId="{017FDF1B-7E73-132D-80D5-8B44B272FA2B}"/>
          </ac:spMkLst>
        </pc:spChg>
        <pc:spChg chg="del">
          <ac:chgData name="Jelle van Barneveld" userId="5d01777c010a23b8" providerId="LiveId" clId="{B861BBE3-024A-4C09-8649-B30D11107D8D}" dt="2024-04-04T07:38:14.319" v="2373" actId="478"/>
          <ac:spMkLst>
            <pc:docMk/>
            <pc:sldMk cId="1725715861" sldId="290"/>
            <ac:spMk id="138" creationId="{442FC05A-964F-45B4-A063-D2D5E5CC2F36}"/>
          </ac:spMkLst>
        </pc:spChg>
        <pc:spChg chg="del">
          <ac:chgData name="Jelle van Barneveld" userId="5d01777c010a23b8" providerId="LiveId" clId="{B861BBE3-024A-4C09-8649-B30D11107D8D}" dt="2024-04-04T07:38:14.319" v="2373" actId="478"/>
          <ac:spMkLst>
            <pc:docMk/>
            <pc:sldMk cId="1725715861" sldId="290"/>
            <ac:spMk id="139" creationId="{46A74944-0486-6933-81F5-AAAD76EDE977}"/>
          </ac:spMkLst>
        </pc:spChg>
        <pc:spChg chg="del">
          <ac:chgData name="Jelle van Barneveld" userId="5d01777c010a23b8" providerId="LiveId" clId="{B861BBE3-024A-4C09-8649-B30D11107D8D}" dt="2024-04-04T07:38:14.319" v="2373" actId="478"/>
          <ac:spMkLst>
            <pc:docMk/>
            <pc:sldMk cId="1725715861" sldId="290"/>
            <ac:spMk id="140" creationId="{D1A89ED8-B2B8-E618-1CAA-1F6D534B6056}"/>
          </ac:spMkLst>
        </pc:spChg>
        <pc:spChg chg="del">
          <ac:chgData name="Jelle van Barneveld" userId="5d01777c010a23b8" providerId="LiveId" clId="{B861BBE3-024A-4C09-8649-B30D11107D8D}" dt="2024-04-04T07:38:14.319" v="2373" actId="478"/>
          <ac:spMkLst>
            <pc:docMk/>
            <pc:sldMk cId="1725715861" sldId="290"/>
            <ac:spMk id="141" creationId="{9FB29937-41F3-3F29-9481-CFAD21D9CB30}"/>
          </ac:spMkLst>
        </pc:spChg>
        <pc:spChg chg="del">
          <ac:chgData name="Jelle van Barneveld" userId="5d01777c010a23b8" providerId="LiveId" clId="{B861BBE3-024A-4C09-8649-B30D11107D8D}" dt="2024-04-04T07:38:56.360" v="2383" actId="478"/>
          <ac:spMkLst>
            <pc:docMk/>
            <pc:sldMk cId="1725715861" sldId="290"/>
            <ac:spMk id="142" creationId="{CFDB7001-8943-E338-3B18-942A42682E96}"/>
          </ac:spMkLst>
        </pc:spChg>
        <pc:spChg chg="del">
          <ac:chgData name="Jelle van Barneveld" userId="5d01777c010a23b8" providerId="LiveId" clId="{B861BBE3-024A-4C09-8649-B30D11107D8D}" dt="2024-04-04T07:38:14.319" v="2373" actId="478"/>
          <ac:spMkLst>
            <pc:docMk/>
            <pc:sldMk cId="1725715861" sldId="290"/>
            <ac:spMk id="143" creationId="{1ABA1F5F-1871-39D9-9014-E7359062BF4C}"/>
          </ac:spMkLst>
        </pc:spChg>
        <pc:spChg chg="add mod">
          <ac:chgData name="Jelle van Barneveld" userId="5d01777c010a23b8" providerId="LiveId" clId="{B861BBE3-024A-4C09-8649-B30D11107D8D}" dt="2024-04-04T07:38:09.657" v="2372"/>
          <ac:spMkLst>
            <pc:docMk/>
            <pc:sldMk cId="1725715861" sldId="290"/>
            <ac:spMk id="159" creationId="{75DE4790-3529-8DF5-E8F1-1420AD4434E3}"/>
          </ac:spMkLst>
        </pc:spChg>
        <pc:spChg chg="del">
          <ac:chgData name="Jelle van Barneveld" userId="5d01777c010a23b8" providerId="LiveId" clId="{B861BBE3-024A-4C09-8649-B30D11107D8D}" dt="2024-04-04T07:38:14.319" v="2373" actId="478"/>
          <ac:spMkLst>
            <pc:docMk/>
            <pc:sldMk cId="1725715861" sldId="290"/>
            <ac:spMk id="160" creationId="{607E3691-0BEB-08EA-F221-8F5023FCC5E5}"/>
          </ac:spMkLst>
        </pc:spChg>
        <pc:spChg chg="del">
          <ac:chgData name="Jelle van Barneveld" userId="5d01777c010a23b8" providerId="LiveId" clId="{B861BBE3-024A-4C09-8649-B30D11107D8D}" dt="2024-04-04T07:38:14.319" v="2373" actId="478"/>
          <ac:spMkLst>
            <pc:docMk/>
            <pc:sldMk cId="1725715861" sldId="290"/>
            <ac:spMk id="161" creationId="{14B64722-D792-1E95-7ED3-F8B3AB56157E}"/>
          </ac:spMkLst>
        </pc:spChg>
        <pc:spChg chg="del">
          <ac:chgData name="Jelle van Barneveld" userId="5d01777c010a23b8" providerId="LiveId" clId="{B861BBE3-024A-4C09-8649-B30D11107D8D}" dt="2024-04-04T07:38:14.319" v="2373" actId="478"/>
          <ac:spMkLst>
            <pc:docMk/>
            <pc:sldMk cId="1725715861" sldId="290"/>
            <ac:spMk id="162" creationId="{D4E42C0B-3520-7675-32C2-3B8A6B3C3E79}"/>
          </ac:spMkLst>
        </pc:spChg>
        <pc:spChg chg="add mod">
          <ac:chgData name="Jelle van Barneveld" userId="5d01777c010a23b8" providerId="LiveId" clId="{B861BBE3-024A-4C09-8649-B30D11107D8D}" dt="2024-04-04T07:38:09.657" v="2372"/>
          <ac:spMkLst>
            <pc:docMk/>
            <pc:sldMk cId="1725715861" sldId="290"/>
            <ac:spMk id="163" creationId="{613A78A8-E1BD-79F6-E284-0181E060D785}"/>
          </ac:spMkLst>
        </pc:spChg>
        <pc:spChg chg="add del mod">
          <ac:chgData name="Jelle van Barneveld" userId="5d01777c010a23b8" providerId="LiveId" clId="{B861BBE3-024A-4C09-8649-B30D11107D8D}" dt="2024-04-04T07:38:23.216" v="2376" actId="478"/>
          <ac:spMkLst>
            <pc:docMk/>
            <pc:sldMk cId="1725715861" sldId="290"/>
            <ac:spMk id="164" creationId="{AAE329E2-52C1-9AF7-B2A2-CB1E1801FBA2}"/>
          </ac:spMkLst>
        </pc:spChg>
        <pc:spChg chg="add mod">
          <ac:chgData name="Jelle van Barneveld" userId="5d01777c010a23b8" providerId="LiveId" clId="{B861BBE3-024A-4C09-8649-B30D11107D8D}" dt="2024-04-04T07:38:14.907" v="2375" actId="27636"/>
          <ac:spMkLst>
            <pc:docMk/>
            <pc:sldMk cId="1725715861" sldId="290"/>
            <ac:spMk id="165" creationId="{81E247CB-229C-4525-3D0F-715C65947771}"/>
          </ac:spMkLst>
        </pc:spChg>
        <pc:spChg chg="add mod">
          <ac:chgData name="Jelle van Barneveld" userId="5d01777c010a23b8" providerId="LiveId" clId="{B861BBE3-024A-4C09-8649-B30D11107D8D}" dt="2024-04-04T07:38:14.907" v="2375" actId="27636"/>
          <ac:spMkLst>
            <pc:docMk/>
            <pc:sldMk cId="1725715861" sldId="290"/>
            <ac:spMk id="166" creationId="{BB115B3E-8981-C70C-3F5E-E2CBDC509585}"/>
          </ac:spMkLst>
        </pc:spChg>
        <pc:spChg chg="add mod">
          <ac:chgData name="Jelle van Barneveld" userId="5d01777c010a23b8" providerId="LiveId" clId="{B861BBE3-024A-4C09-8649-B30D11107D8D}" dt="2024-04-04T07:38:14.907" v="2375" actId="27636"/>
          <ac:spMkLst>
            <pc:docMk/>
            <pc:sldMk cId="1725715861" sldId="290"/>
            <ac:spMk id="167" creationId="{BAE02280-4661-4775-5883-89DCE6F98B41}"/>
          </ac:spMkLst>
        </pc:spChg>
        <pc:spChg chg="add mod">
          <ac:chgData name="Jelle van Barneveld" userId="5d01777c010a23b8" providerId="LiveId" clId="{B861BBE3-024A-4C09-8649-B30D11107D8D}" dt="2024-04-04T07:38:14.907" v="2375" actId="27636"/>
          <ac:spMkLst>
            <pc:docMk/>
            <pc:sldMk cId="1725715861" sldId="290"/>
            <ac:spMk id="168" creationId="{003A4532-6BB5-396B-1C24-1A2BBCCCC334}"/>
          </ac:spMkLst>
        </pc:spChg>
        <pc:spChg chg="add mod">
          <ac:chgData name="Jelle van Barneveld" userId="5d01777c010a23b8" providerId="LiveId" clId="{B861BBE3-024A-4C09-8649-B30D11107D8D}" dt="2024-04-04T07:38:14.907" v="2375" actId="27636"/>
          <ac:spMkLst>
            <pc:docMk/>
            <pc:sldMk cId="1725715861" sldId="290"/>
            <ac:spMk id="169" creationId="{FEFAB4D6-6D47-83B2-5982-C5285B47C7B0}"/>
          </ac:spMkLst>
        </pc:spChg>
        <pc:spChg chg="add mod">
          <ac:chgData name="Jelle van Barneveld" userId="5d01777c010a23b8" providerId="LiveId" clId="{B861BBE3-024A-4C09-8649-B30D11107D8D}" dt="2024-04-04T07:38:14.907" v="2375" actId="27636"/>
          <ac:spMkLst>
            <pc:docMk/>
            <pc:sldMk cId="1725715861" sldId="290"/>
            <ac:spMk id="170" creationId="{5F0EB39C-F2BB-739E-6B6F-D030AD857B52}"/>
          </ac:spMkLst>
        </pc:spChg>
        <pc:spChg chg="add mod">
          <ac:chgData name="Jelle van Barneveld" userId="5d01777c010a23b8" providerId="LiveId" clId="{B861BBE3-024A-4C09-8649-B30D11107D8D}" dt="2024-04-04T07:38:14.907" v="2375" actId="27636"/>
          <ac:spMkLst>
            <pc:docMk/>
            <pc:sldMk cId="1725715861" sldId="290"/>
            <ac:spMk id="171" creationId="{8331BD1F-4400-0D97-5836-76DBA3543AEB}"/>
          </ac:spMkLst>
        </pc:spChg>
        <pc:spChg chg="add mod">
          <ac:chgData name="Jelle van Barneveld" userId="5d01777c010a23b8" providerId="LiveId" clId="{B861BBE3-024A-4C09-8649-B30D11107D8D}" dt="2024-04-04T07:38:14.907" v="2375" actId="27636"/>
          <ac:spMkLst>
            <pc:docMk/>
            <pc:sldMk cId="1725715861" sldId="290"/>
            <ac:spMk id="172" creationId="{AE513375-8272-2CEB-3DB3-873568003C68}"/>
          </ac:spMkLst>
        </pc:spChg>
        <pc:spChg chg="add mod">
          <ac:chgData name="Jelle van Barneveld" userId="5d01777c010a23b8" providerId="LiveId" clId="{B861BBE3-024A-4C09-8649-B30D11107D8D}" dt="2024-04-04T07:38:14.907" v="2375" actId="27636"/>
          <ac:spMkLst>
            <pc:docMk/>
            <pc:sldMk cId="1725715861" sldId="290"/>
            <ac:spMk id="173" creationId="{3F3095A3-7DD8-296C-BBA3-5E8CA36B3B09}"/>
          </ac:spMkLst>
        </pc:spChg>
        <pc:spChg chg="add mod">
          <ac:chgData name="Jelle van Barneveld" userId="5d01777c010a23b8" providerId="LiveId" clId="{B861BBE3-024A-4C09-8649-B30D11107D8D}" dt="2024-04-04T07:38:14.907" v="2375" actId="27636"/>
          <ac:spMkLst>
            <pc:docMk/>
            <pc:sldMk cId="1725715861" sldId="290"/>
            <ac:spMk id="174" creationId="{0A18A0E3-F58D-0B79-E1D9-F86C0DB316AF}"/>
          </ac:spMkLst>
        </pc:spChg>
        <pc:spChg chg="add mod">
          <ac:chgData name="Jelle van Barneveld" userId="5d01777c010a23b8" providerId="LiveId" clId="{B861BBE3-024A-4C09-8649-B30D11107D8D}" dt="2024-04-04T07:38:14.907" v="2375" actId="27636"/>
          <ac:spMkLst>
            <pc:docMk/>
            <pc:sldMk cId="1725715861" sldId="290"/>
            <ac:spMk id="175" creationId="{065D2B6C-0EB0-058B-9178-2FBF320ED27E}"/>
          </ac:spMkLst>
        </pc:spChg>
        <pc:spChg chg="add mod">
          <ac:chgData name="Jelle van Barneveld" userId="5d01777c010a23b8" providerId="LiveId" clId="{B861BBE3-024A-4C09-8649-B30D11107D8D}" dt="2024-04-04T07:38:14.907" v="2375" actId="27636"/>
          <ac:spMkLst>
            <pc:docMk/>
            <pc:sldMk cId="1725715861" sldId="290"/>
            <ac:spMk id="176" creationId="{CC12EB04-5F14-24C6-67B0-F7844C51652B}"/>
          </ac:spMkLst>
        </pc:spChg>
        <pc:spChg chg="add mod">
          <ac:chgData name="Jelle van Barneveld" userId="5d01777c010a23b8" providerId="LiveId" clId="{B861BBE3-024A-4C09-8649-B30D11107D8D}" dt="2024-04-04T07:38:14.907" v="2375" actId="27636"/>
          <ac:spMkLst>
            <pc:docMk/>
            <pc:sldMk cId="1725715861" sldId="290"/>
            <ac:spMk id="177" creationId="{EE3ABA84-4326-A7F9-0BF1-07FF6D84868B}"/>
          </ac:spMkLst>
        </pc:spChg>
        <pc:spChg chg="add mod">
          <ac:chgData name="Jelle van Barneveld" userId="5d01777c010a23b8" providerId="LiveId" clId="{B861BBE3-024A-4C09-8649-B30D11107D8D}" dt="2024-04-04T07:38:14.907" v="2375" actId="27636"/>
          <ac:spMkLst>
            <pc:docMk/>
            <pc:sldMk cId="1725715861" sldId="290"/>
            <ac:spMk id="178" creationId="{B521F56E-2BEB-793C-B768-C8181997D3AA}"/>
          </ac:spMkLst>
        </pc:spChg>
        <pc:spChg chg="add mod">
          <ac:chgData name="Jelle van Barneveld" userId="5d01777c010a23b8" providerId="LiveId" clId="{B861BBE3-024A-4C09-8649-B30D11107D8D}" dt="2024-04-04T07:38:14.907" v="2375" actId="27636"/>
          <ac:spMkLst>
            <pc:docMk/>
            <pc:sldMk cId="1725715861" sldId="290"/>
            <ac:spMk id="179" creationId="{DC079491-0628-5C67-2423-BACCE3125042}"/>
          </ac:spMkLst>
        </pc:spChg>
        <pc:spChg chg="add mod">
          <ac:chgData name="Jelle van Barneveld" userId="5d01777c010a23b8" providerId="LiveId" clId="{B861BBE3-024A-4C09-8649-B30D11107D8D}" dt="2024-04-04T07:38:14.907" v="2375" actId="27636"/>
          <ac:spMkLst>
            <pc:docMk/>
            <pc:sldMk cId="1725715861" sldId="290"/>
            <ac:spMk id="180" creationId="{0B678A5D-3F35-BA08-B24D-4CC4DFE2F64E}"/>
          </ac:spMkLst>
        </pc:spChg>
        <pc:spChg chg="add mod">
          <ac:chgData name="Jelle van Barneveld" userId="5d01777c010a23b8" providerId="LiveId" clId="{B861BBE3-024A-4C09-8649-B30D11107D8D}" dt="2024-04-04T07:38:14.907" v="2375" actId="27636"/>
          <ac:spMkLst>
            <pc:docMk/>
            <pc:sldMk cId="1725715861" sldId="290"/>
            <ac:spMk id="181" creationId="{130ED610-F866-5AE3-D8E5-CF83579CFBB7}"/>
          </ac:spMkLst>
        </pc:spChg>
        <pc:spChg chg="add mod">
          <ac:chgData name="Jelle van Barneveld" userId="5d01777c010a23b8" providerId="LiveId" clId="{B861BBE3-024A-4C09-8649-B30D11107D8D}" dt="2024-04-04T07:38:14.907" v="2375" actId="27636"/>
          <ac:spMkLst>
            <pc:docMk/>
            <pc:sldMk cId="1725715861" sldId="290"/>
            <ac:spMk id="182" creationId="{FDAEEDE8-634C-6921-6E04-6C2E8F49A9C6}"/>
          </ac:spMkLst>
        </pc:spChg>
        <pc:spChg chg="add mod">
          <ac:chgData name="Jelle van Barneveld" userId="5d01777c010a23b8" providerId="LiveId" clId="{B861BBE3-024A-4C09-8649-B30D11107D8D}" dt="2024-04-04T07:38:14.907" v="2375" actId="27636"/>
          <ac:spMkLst>
            <pc:docMk/>
            <pc:sldMk cId="1725715861" sldId="290"/>
            <ac:spMk id="183" creationId="{75CACC94-73C0-F6A9-9E3F-A1185B49545B}"/>
          </ac:spMkLst>
        </pc:spChg>
        <pc:spChg chg="add mod">
          <ac:chgData name="Jelle van Barneveld" userId="5d01777c010a23b8" providerId="LiveId" clId="{B861BBE3-024A-4C09-8649-B30D11107D8D}" dt="2024-04-04T07:38:14.907" v="2375" actId="27636"/>
          <ac:spMkLst>
            <pc:docMk/>
            <pc:sldMk cId="1725715861" sldId="290"/>
            <ac:spMk id="184" creationId="{9EAFF221-E4CF-867A-B7BF-04C84205C2CD}"/>
          </ac:spMkLst>
        </pc:spChg>
        <pc:spChg chg="add mod">
          <ac:chgData name="Jelle van Barneveld" userId="5d01777c010a23b8" providerId="LiveId" clId="{B861BBE3-024A-4C09-8649-B30D11107D8D}" dt="2024-04-04T07:38:14.907" v="2375" actId="27636"/>
          <ac:spMkLst>
            <pc:docMk/>
            <pc:sldMk cId="1725715861" sldId="290"/>
            <ac:spMk id="185" creationId="{B8BC149A-0136-D0B0-A053-3C4869D72829}"/>
          </ac:spMkLst>
        </pc:spChg>
        <pc:spChg chg="add mod">
          <ac:chgData name="Jelle van Barneveld" userId="5d01777c010a23b8" providerId="LiveId" clId="{B861BBE3-024A-4C09-8649-B30D11107D8D}" dt="2024-04-04T07:38:14.907" v="2375" actId="27636"/>
          <ac:spMkLst>
            <pc:docMk/>
            <pc:sldMk cId="1725715861" sldId="290"/>
            <ac:spMk id="186" creationId="{F1C00AC5-1093-2759-EB8A-468AFF3B7FF7}"/>
          </ac:spMkLst>
        </pc:spChg>
        <pc:spChg chg="add mod">
          <ac:chgData name="Jelle van Barneveld" userId="5d01777c010a23b8" providerId="LiveId" clId="{B861BBE3-024A-4C09-8649-B30D11107D8D}" dt="2024-04-04T07:38:14.907" v="2375" actId="27636"/>
          <ac:spMkLst>
            <pc:docMk/>
            <pc:sldMk cId="1725715861" sldId="290"/>
            <ac:spMk id="187" creationId="{A091E778-FE75-B370-725A-7A9A04D6BA26}"/>
          </ac:spMkLst>
        </pc:spChg>
        <pc:spChg chg="add mod">
          <ac:chgData name="Jelle van Barneveld" userId="5d01777c010a23b8" providerId="LiveId" clId="{B861BBE3-024A-4C09-8649-B30D11107D8D}" dt="2024-04-04T07:38:14.907" v="2375" actId="27636"/>
          <ac:spMkLst>
            <pc:docMk/>
            <pc:sldMk cId="1725715861" sldId="290"/>
            <ac:spMk id="188" creationId="{7EF18D06-7B5C-F754-592B-CA0B2FBEF0DF}"/>
          </ac:spMkLst>
        </pc:spChg>
        <pc:spChg chg="add mod">
          <ac:chgData name="Jelle van Barneveld" userId="5d01777c010a23b8" providerId="LiveId" clId="{B861BBE3-024A-4C09-8649-B30D11107D8D}" dt="2024-04-04T07:38:14.907" v="2375" actId="27636"/>
          <ac:spMkLst>
            <pc:docMk/>
            <pc:sldMk cId="1725715861" sldId="290"/>
            <ac:spMk id="189" creationId="{FD98F5FD-2FEA-D00D-4456-203B1F2E79AD}"/>
          </ac:spMkLst>
        </pc:spChg>
        <pc:spChg chg="add mod">
          <ac:chgData name="Jelle van Barneveld" userId="5d01777c010a23b8" providerId="LiveId" clId="{B861BBE3-024A-4C09-8649-B30D11107D8D}" dt="2024-04-04T07:38:14.907" v="2375" actId="27636"/>
          <ac:spMkLst>
            <pc:docMk/>
            <pc:sldMk cId="1725715861" sldId="290"/>
            <ac:spMk id="190" creationId="{7FC6C111-4437-B74B-160E-09E5E72F178F}"/>
          </ac:spMkLst>
        </pc:spChg>
        <pc:spChg chg="add mod">
          <ac:chgData name="Jelle van Barneveld" userId="5d01777c010a23b8" providerId="LiveId" clId="{B861BBE3-024A-4C09-8649-B30D11107D8D}" dt="2024-04-04T07:38:14.907" v="2375" actId="27636"/>
          <ac:spMkLst>
            <pc:docMk/>
            <pc:sldMk cId="1725715861" sldId="290"/>
            <ac:spMk id="191" creationId="{6B69D378-E171-F1DC-A68F-2F44AE0F02AC}"/>
          </ac:spMkLst>
        </pc:spChg>
        <pc:spChg chg="mod">
          <ac:chgData name="Jelle van Barneveld" userId="5d01777c010a23b8" providerId="LiveId" clId="{B861BBE3-024A-4C09-8649-B30D11107D8D}" dt="2024-04-04T07:38:14.843" v="2374"/>
          <ac:spMkLst>
            <pc:docMk/>
            <pc:sldMk cId="1725715861" sldId="290"/>
            <ac:spMk id="194" creationId="{211905F6-44B7-4E58-C80F-F3107E7A0DC4}"/>
          </ac:spMkLst>
        </pc:spChg>
        <pc:spChg chg="mod">
          <ac:chgData name="Jelle van Barneveld" userId="5d01777c010a23b8" providerId="LiveId" clId="{B861BBE3-024A-4C09-8649-B30D11107D8D}" dt="2024-04-04T07:38:14.843" v="2374"/>
          <ac:spMkLst>
            <pc:docMk/>
            <pc:sldMk cId="1725715861" sldId="290"/>
            <ac:spMk id="195" creationId="{5F18812A-A6FD-ED9B-F5F0-CB2B7E252336}"/>
          </ac:spMkLst>
        </pc:spChg>
        <pc:spChg chg="mod">
          <ac:chgData name="Jelle van Barneveld" userId="5d01777c010a23b8" providerId="LiveId" clId="{B861BBE3-024A-4C09-8649-B30D11107D8D}" dt="2024-04-04T07:38:14.843" v="2374"/>
          <ac:spMkLst>
            <pc:docMk/>
            <pc:sldMk cId="1725715861" sldId="290"/>
            <ac:spMk id="196" creationId="{B5603DFE-5B81-CC83-D675-C41F88FD6C4B}"/>
          </ac:spMkLst>
        </pc:spChg>
        <pc:spChg chg="mod">
          <ac:chgData name="Jelle van Barneveld" userId="5d01777c010a23b8" providerId="LiveId" clId="{B861BBE3-024A-4C09-8649-B30D11107D8D}" dt="2024-04-04T07:38:14.843" v="2374"/>
          <ac:spMkLst>
            <pc:docMk/>
            <pc:sldMk cId="1725715861" sldId="290"/>
            <ac:spMk id="197" creationId="{1D0C1CEE-FC0A-0CF8-B2AE-BEB77FF6433F}"/>
          </ac:spMkLst>
        </pc:spChg>
        <pc:spChg chg="mod">
          <ac:chgData name="Jelle van Barneveld" userId="5d01777c010a23b8" providerId="LiveId" clId="{B861BBE3-024A-4C09-8649-B30D11107D8D}" dt="2024-04-04T07:38:14.843" v="2374"/>
          <ac:spMkLst>
            <pc:docMk/>
            <pc:sldMk cId="1725715861" sldId="290"/>
            <ac:spMk id="199" creationId="{8CC92734-88C7-518A-67C7-B4641C96AF0E}"/>
          </ac:spMkLst>
        </pc:spChg>
        <pc:spChg chg="mod">
          <ac:chgData name="Jelle van Barneveld" userId="5d01777c010a23b8" providerId="LiveId" clId="{B861BBE3-024A-4C09-8649-B30D11107D8D}" dt="2024-04-04T07:38:14.843" v="2374"/>
          <ac:spMkLst>
            <pc:docMk/>
            <pc:sldMk cId="1725715861" sldId="290"/>
            <ac:spMk id="200" creationId="{C06ACA14-A58D-CA81-C775-C600021FF463}"/>
          </ac:spMkLst>
        </pc:spChg>
        <pc:spChg chg="mod">
          <ac:chgData name="Jelle van Barneveld" userId="5d01777c010a23b8" providerId="LiveId" clId="{B861BBE3-024A-4C09-8649-B30D11107D8D}" dt="2024-04-04T07:38:14.843" v="2374"/>
          <ac:spMkLst>
            <pc:docMk/>
            <pc:sldMk cId="1725715861" sldId="290"/>
            <ac:spMk id="202" creationId="{412F61F9-A10E-104D-F12F-E861A9F72336}"/>
          </ac:spMkLst>
        </pc:spChg>
        <pc:spChg chg="mod">
          <ac:chgData name="Jelle van Barneveld" userId="5d01777c010a23b8" providerId="LiveId" clId="{B861BBE3-024A-4C09-8649-B30D11107D8D}" dt="2024-04-04T07:38:14.843" v="2374"/>
          <ac:spMkLst>
            <pc:docMk/>
            <pc:sldMk cId="1725715861" sldId="290"/>
            <ac:spMk id="203" creationId="{97EC34C1-390A-996D-A696-AAC5EA1146A2}"/>
          </ac:spMkLst>
        </pc:spChg>
        <pc:spChg chg="mod">
          <ac:chgData name="Jelle van Barneveld" userId="5d01777c010a23b8" providerId="LiveId" clId="{B861BBE3-024A-4C09-8649-B30D11107D8D}" dt="2024-04-04T07:38:14.843" v="2374"/>
          <ac:spMkLst>
            <pc:docMk/>
            <pc:sldMk cId="1725715861" sldId="290"/>
            <ac:spMk id="205" creationId="{B402CA9D-7680-C847-D8C5-D6FB7D97F442}"/>
          </ac:spMkLst>
        </pc:spChg>
        <pc:spChg chg="mod">
          <ac:chgData name="Jelle van Barneveld" userId="5d01777c010a23b8" providerId="LiveId" clId="{B861BBE3-024A-4C09-8649-B30D11107D8D}" dt="2024-04-04T07:38:14.843" v="2374"/>
          <ac:spMkLst>
            <pc:docMk/>
            <pc:sldMk cId="1725715861" sldId="290"/>
            <ac:spMk id="206" creationId="{828C5839-22A9-5CF7-2AB3-118D6AF03742}"/>
          </ac:spMkLst>
        </pc:spChg>
        <pc:spChg chg="add del mod">
          <ac:chgData name="Jelle van Barneveld" userId="5d01777c010a23b8" providerId="LiveId" clId="{B861BBE3-024A-4C09-8649-B30D11107D8D}" dt="2024-04-04T07:38:23.216" v="2376" actId="478"/>
          <ac:spMkLst>
            <pc:docMk/>
            <pc:sldMk cId="1725715861" sldId="290"/>
            <ac:spMk id="207" creationId="{92F4607A-D06E-930D-F2FB-FE1AE3204141}"/>
          </ac:spMkLst>
        </pc:spChg>
        <pc:spChg chg="add del mod">
          <ac:chgData name="Jelle van Barneveld" userId="5d01777c010a23b8" providerId="LiveId" clId="{B861BBE3-024A-4C09-8649-B30D11107D8D}" dt="2024-04-04T07:38:23.216" v="2376" actId="478"/>
          <ac:spMkLst>
            <pc:docMk/>
            <pc:sldMk cId="1725715861" sldId="290"/>
            <ac:spMk id="208" creationId="{04F8A4FA-7E29-BCB9-5CC8-FEBEA52CF6F4}"/>
          </ac:spMkLst>
        </pc:spChg>
        <pc:spChg chg="add del mod">
          <ac:chgData name="Jelle van Barneveld" userId="5d01777c010a23b8" providerId="LiveId" clId="{B861BBE3-024A-4C09-8649-B30D11107D8D}" dt="2024-04-04T07:38:56.360" v="2383" actId="478"/>
          <ac:spMkLst>
            <pc:docMk/>
            <pc:sldMk cId="1725715861" sldId="290"/>
            <ac:spMk id="209" creationId="{CF59ACFF-9AA1-4349-D1A3-687E40E777C2}"/>
          </ac:spMkLst>
        </pc:spChg>
        <pc:spChg chg="add del mod">
          <ac:chgData name="Jelle van Barneveld" userId="5d01777c010a23b8" providerId="LiveId" clId="{B861BBE3-024A-4C09-8649-B30D11107D8D}" dt="2024-04-04T07:38:25.546" v="2377" actId="478"/>
          <ac:spMkLst>
            <pc:docMk/>
            <pc:sldMk cId="1725715861" sldId="290"/>
            <ac:spMk id="210" creationId="{FD43BBAF-8A0B-0A8F-EBE2-6BFC50BCC190}"/>
          </ac:spMkLst>
        </pc:spChg>
        <pc:grpChg chg="add mod">
          <ac:chgData name="Jelle van Barneveld" userId="5d01777c010a23b8" providerId="LiveId" clId="{B861BBE3-024A-4C09-8649-B30D11107D8D}" dt="2024-04-04T07:38:04.352" v="2371" actId="27636"/>
          <ac:grpSpMkLst>
            <pc:docMk/>
            <pc:sldMk cId="1725715861" sldId="290"/>
            <ac:grpSpMk id="35" creationId="{9831134C-D2EB-8A34-03FF-E9ECCD2B1E2F}"/>
          </ac:grpSpMkLst>
        </pc:grpChg>
        <pc:grpChg chg="mod">
          <ac:chgData name="Jelle van Barneveld" userId="5d01777c010a23b8" providerId="LiveId" clId="{B861BBE3-024A-4C09-8649-B30D11107D8D}" dt="2024-04-04T07:38:04.277" v="2370"/>
          <ac:grpSpMkLst>
            <pc:docMk/>
            <pc:sldMk cId="1725715861" sldId="290"/>
            <ac:grpSpMk id="36" creationId="{E3566B57-6248-CCDE-6678-08D442DA5298}"/>
          </ac:grpSpMkLst>
        </pc:grpChg>
        <pc:grpChg chg="add mod">
          <ac:chgData name="Jelle van Barneveld" userId="5d01777c010a23b8" providerId="LiveId" clId="{B861BBE3-024A-4C09-8649-B30D11107D8D}" dt="2024-04-04T07:38:04.352" v="2371" actId="27636"/>
          <ac:grpSpMkLst>
            <pc:docMk/>
            <pc:sldMk cId="1725715861" sldId="290"/>
            <ac:grpSpMk id="41" creationId="{2D60F3C3-E05B-1068-B715-D8D7985730B7}"/>
          </ac:grpSpMkLst>
        </pc:grpChg>
        <pc:grpChg chg="add mod">
          <ac:chgData name="Jelle van Barneveld" userId="5d01777c010a23b8" providerId="LiveId" clId="{B861BBE3-024A-4C09-8649-B30D11107D8D}" dt="2024-04-04T07:38:04.352" v="2371" actId="27636"/>
          <ac:grpSpMkLst>
            <pc:docMk/>
            <pc:sldMk cId="1725715861" sldId="290"/>
            <ac:grpSpMk id="44" creationId="{A45A70EF-64E9-9873-A138-029F0EA8540F}"/>
          </ac:grpSpMkLst>
        </pc:grpChg>
        <pc:grpChg chg="add mod">
          <ac:chgData name="Jelle van Barneveld" userId="5d01777c010a23b8" providerId="LiveId" clId="{B861BBE3-024A-4C09-8649-B30D11107D8D}" dt="2024-04-04T07:38:04.352" v="2371" actId="27636"/>
          <ac:grpSpMkLst>
            <pc:docMk/>
            <pc:sldMk cId="1725715861" sldId="290"/>
            <ac:grpSpMk id="47" creationId="{5E80345C-22B8-E3BE-0FFB-035088D5563F}"/>
          </ac:grpSpMkLst>
        </pc:grpChg>
        <pc:grpChg chg="del">
          <ac:chgData name="Jelle van Barneveld" userId="5d01777c010a23b8" providerId="LiveId" clId="{B861BBE3-024A-4C09-8649-B30D11107D8D}" dt="2024-04-04T07:38:14.319" v="2373" actId="478"/>
          <ac:grpSpMkLst>
            <pc:docMk/>
            <pc:sldMk cId="1725715861" sldId="290"/>
            <ac:grpSpMk id="144" creationId="{050CC8BB-CC29-2BD4-456C-D22C94EF0731}"/>
          </ac:grpSpMkLst>
        </pc:grpChg>
        <pc:grpChg chg="del">
          <ac:chgData name="Jelle van Barneveld" userId="5d01777c010a23b8" providerId="LiveId" clId="{B861BBE3-024A-4C09-8649-B30D11107D8D}" dt="2024-04-04T07:38:14.319" v="2373" actId="478"/>
          <ac:grpSpMkLst>
            <pc:docMk/>
            <pc:sldMk cId="1725715861" sldId="290"/>
            <ac:grpSpMk id="150" creationId="{8AC60A02-DED7-8B13-3705-F8DFF64A955D}"/>
          </ac:grpSpMkLst>
        </pc:grpChg>
        <pc:grpChg chg="del">
          <ac:chgData name="Jelle van Barneveld" userId="5d01777c010a23b8" providerId="LiveId" clId="{B861BBE3-024A-4C09-8649-B30D11107D8D}" dt="2024-04-04T07:38:14.319" v="2373" actId="478"/>
          <ac:grpSpMkLst>
            <pc:docMk/>
            <pc:sldMk cId="1725715861" sldId="290"/>
            <ac:grpSpMk id="153" creationId="{518F726A-08B5-3DF0-69E2-0E0486EFF7E2}"/>
          </ac:grpSpMkLst>
        </pc:grpChg>
        <pc:grpChg chg="del">
          <ac:chgData name="Jelle van Barneveld" userId="5d01777c010a23b8" providerId="LiveId" clId="{B861BBE3-024A-4C09-8649-B30D11107D8D}" dt="2024-04-04T07:38:14.319" v="2373" actId="478"/>
          <ac:grpSpMkLst>
            <pc:docMk/>
            <pc:sldMk cId="1725715861" sldId="290"/>
            <ac:grpSpMk id="156" creationId="{066C9EFF-B25C-09A5-CE48-1AA35D6209D2}"/>
          </ac:grpSpMkLst>
        </pc:grpChg>
        <pc:grpChg chg="add mod">
          <ac:chgData name="Jelle van Barneveld" userId="5d01777c010a23b8" providerId="LiveId" clId="{B861BBE3-024A-4C09-8649-B30D11107D8D}" dt="2024-04-04T07:38:14.907" v="2375" actId="27636"/>
          <ac:grpSpMkLst>
            <pc:docMk/>
            <pc:sldMk cId="1725715861" sldId="290"/>
            <ac:grpSpMk id="192" creationId="{AEE366FB-EFDA-DFDA-CBE2-A8A16ABE4872}"/>
          </ac:grpSpMkLst>
        </pc:grpChg>
        <pc:grpChg chg="mod">
          <ac:chgData name="Jelle van Barneveld" userId="5d01777c010a23b8" providerId="LiveId" clId="{B861BBE3-024A-4C09-8649-B30D11107D8D}" dt="2024-04-04T07:38:14.843" v="2374"/>
          <ac:grpSpMkLst>
            <pc:docMk/>
            <pc:sldMk cId="1725715861" sldId="290"/>
            <ac:grpSpMk id="193" creationId="{AC2E4C5F-29D3-03CF-618E-E23134F873E7}"/>
          </ac:grpSpMkLst>
        </pc:grpChg>
        <pc:grpChg chg="add mod">
          <ac:chgData name="Jelle van Barneveld" userId="5d01777c010a23b8" providerId="LiveId" clId="{B861BBE3-024A-4C09-8649-B30D11107D8D}" dt="2024-04-04T07:38:14.907" v="2375" actId="27636"/>
          <ac:grpSpMkLst>
            <pc:docMk/>
            <pc:sldMk cId="1725715861" sldId="290"/>
            <ac:grpSpMk id="198" creationId="{2AC0A23C-F7A4-F47B-1C7C-A12E869D1A31}"/>
          </ac:grpSpMkLst>
        </pc:grpChg>
        <pc:grpChg chg="add mod">
          <ac:chgData name="Jelle van Barneveld" userId="5d01777c010a23b8" providerId="LiveId" clId="{B861BBE3-024A-4C09-8649-B30D11107D8D}" dt="2024-04-04T07:38:14.907" v="2375" actId="27636"/>
          <ac:grpSpMkLst>
            <pc:docMk/>
            <pc:sldMk cId="1725715861" sldId="290"/>
            <ac:grpSpMk id="201" creationId="{7903D214-994F-F669-0162-9496E84E0B6B}"/>
          </ac:grpSpMkLst>
        </pc:grpChg>
        <pc:grpChg chg="add mod">
          <ac:chgData name="Jelle van Barneveld" userId="5d01777c010a23b8" providerId="LiveId" clId="{B861BBE3-024A-4C09-8649-B30D11107D8D}" dt="2024-04-04T07:38:14.907" v="2375" actId="27636"/>
          <ac:grpSpMkLst>
            <pc:docMk/>
            <pc:sldMk cId="1725715861" sldId="290"/>
            <ac:grpSpMk id="204" creationId="{770A3AFC-162C-EAF5-43EC-FA85622E68BC}"/>
          </ac:grpSpMkLst>
        </pc:grpChg>
      </pc:sldChg>
      <pc:sldChg chg="add del">
        <pc:chgData name="Jelle van Barneveld" userId="5d01777c010a23b8" providerId="LiveId" clId="{B861BBE3-024A-4C09-8649-B30D11107D8D}" dt="2024-04-04T07:31:23.842" v="1941"/>
        <pc:sldMkLst>
          <pc:docMk/>
          <pc:sldMk cId="4127014148" sldId="290"/>
        </pc:sldMkLst>
      </pc:sldChg>
      <pc:sldChg chg="addSp delSp modSp add mod modAnim">
        <pc:chgData name="Jelle van Barneveld" userId="5d01777c010a23b8" providerId="LiveId" clId="{B861BBE3-024A-4C09-8649-B30D11107D8D}" dt="2024-04-04T08:01:40.622" v="3597"/>
        <pc:sldMkLst>
          <pc:docMk/>
          <pc:sldMk cId="2097493477" sldId="291"/>
        </pc:sldMkLst>
        <pc:spChg chg="add mod">
          <ac:chgData name="Jelle van Barneveld" userId="5d01777c010a23b8" providerId="LiveId" clId="{B861BBE3-024A-4C09-8649-B30D11107D8D}" dt="2024-04-04T08:01:25.766" v="3595" actId="1076"/>
          <ac:spMkLst>
            <pc:docMk/>
            <pc:sldMk cId="2097493477" sldId="291"/>
            <ac:spMk id="4" creationId="{BAB2155C-1045-B2A5-F03A-4DA5AF9875CB}"/>
          </ac:spMkLst>
        </pc:spChg>
        <pc:spChg chg="mod">
          <ac:chgData name="Jelle van Barneveld" userId="5d01777c010a23b8" providerId="LiveId" clId="{B861BBE3-024A-4C09-8649-B30D11107D8D}" dt="2024-04-04T07:49:51.212" v="3067" actId="20577"/>
          <ac:spMkLst>
            <pc:docMk/>
            <pc:sldMk cId="2097493477" sldId="291"/>
            <ac:spMk id="7" creationId="{273C776D-F374-B3EB-C813-03751C639B5D}"/>
          </ac:spMkLst>
        </pc:spChg>
        <pc:spChg chg="mod">
          <ac:chgData name="Jelle van Barneveld" userId="5d01777c010a23b8" providerId="LiveId" clId="{B861BBE3-024A-4C09-8649-B30D11107D8D}" dt="2024-04-04T07:54:42.550" v="3255" actId="20577"/>
          <ac:spMkLst>
            <pc:docMk/>
            <pc:sldMk cId="2097493477" sldId="291"/>
            <ac:spMk id="9" creationId="{03F21FE5-01A9-1CF9-6E21-6F1087E0E0FE}"/>
          </ac:spMkLst>
        </pc:spChg>
        <pc:spChg chg="del">
          <ac:chgData name="Jelle van Barneveld" userId="5d01777c010a23b8" providerId="LiveId" clId="{B861BBE3-024A-4C09-8649-B30D11107D8D}" dt="2024-04-04T07:51:14.676" v="3221" actId="478"/>
          <ac:spMkLst>
            <pc:docMk/>
            <pc:sldMk cId="2097493477" sldId="291"/>
            <ac:spMk id="165" creationId="{81E247CB-229C-4525-3D0F-715C65947771}"/>
          </ac:spMkLst>
        </pc:spChg>
        <pc:spChg chg="del">
          <ac:chgData name="Jelle van Barneveld" userId="5d01777c010a23b8" providerId="LiveId" clId="{B861BBE3-024A-4C09-8649-B30D11107D8D}" dt="2024-04-04T07:51:14.676" v="3221" actId="478"/>
          <ac:spMkLst>
            <pc:docMk/>
            <pc:sldMk cId="2097493477" sldId="291"/>
            <ac:spMk id="166" creationId="{BB115B3E-8981-C70C-3F5E-E2CBDC509585}"/>
          </ac:spMkLst>
        </pc:spChg>
        <pc:spChg chg="del">
          <ac:chgData name="Jelle van Barneveld" userId="5d01777c010a23b8" providerId="LiveId" clId="{B861BBE3-024A-4C09-8649-B30D11107D8D}" dt="2024-04-04T07:51:14.676" v="3221" actId="478"/>
          <ac:spMkLst>
            <pc:docMk/>
            <pc:sldMk cId="2097493477" sldId="291"/>
            <ac:spMk id="167" creationId="{BAE02280-4661-4775-5883-89DCE6F98B41}"/>
          </ac:spMkLst>
        </pc:spChg>
        <pc:spChg chg="del">
          <ac:chgData name="Jelle van Barneveld" userId="5d01777c010a23b8" providerId="LiveId" clId="{B861BBE3-024A-4C09-8649-B30D11107D8D}" dt="2024-04-04T07:51:14.676" v="3221" actId="478"/>
          <ac:spMkLst>
            <pc:docMk/>
            <pc:sldMk cId="2097493477" sldId="291"/>
            <ac:spMk id="168" creationId="{003A4532-6BB5-396B-1C24-1A2BBCCCC334}"/>
          </ac:spMkLst>
        </pc:spChg>
        <pc:spChg chg="del">
          <ac:chgData name="Jelle van Barneveld" userId="5d01777c010a23b8" providerId="LiveId" clId="{B861BBE3-024A-4C09-8649-B30D11107D8D}" dt="2024-04-04T07:51:14.676" v="3221" actId="478"/>
          <ac:spMkLst>
            <pc:docMk/>
            <pc:sldMk cId="2097493477" sldId="291"/>
            <ac:spMk id="169" creationId="{FEFAB4D6-6D47-83B2-5982-C5285B47C7B0}"/>
          </ac:spMkLst>
        </pc:spChg>
        <pc:spChg chg="del">
          <ac:chgData name="Jelle van Barneveld" userId="5d01777c010a23b8" providerId="LiveId" clId="{B861BBE3-024A-4C09-8649-B30D11107D8D}" dt="2024-04-04T07:51:14.676" v="3221" actId="478"/>
          <ac:spMkLst>
            <pc:docMk/>
            <pc:sldMk cId="2097493477" sldId="291"/>
            <ac:spMk id="170" creationId="{5F0EB39C-F2BB-739E-6B6F-D030AD857B52}"/>
          </ac:spMkLst>
        </pc:spChg>
        <pc:spChg chg="del">
          <ac:chgData name="Jelle van Barneveld" userId="5d01777c010a23b8" providerId="LiveId" clId="{B861BBE3-024A-4C09-8649-B30D11107D8D}" dt="2024-04-04T07:51:14.676" v="3221" actId="478"/>
          <ac:spMkLst>
            <pc:docMk/>
            <pc:sldMk cId="2097493477" sldId="291"/>
            <ac:spMk id="171" creationId="{8331BD1F-4400-0D97-5836-76DBA3543AEB}"/>
          </ac:spMkLst>
        </pc:spChg>
        <pc:spChg chg="del">
          <ac:chgData name="Jelle van Barneveld" userId="5d01777c010a23b8" providerId="LiveId" clId="{B861BBE3-024A-4C09-8649-B30D11107D8D}" dt="2024-04-04T07:51:14.676" v="3221" actId="478"/>
          <ac:spMkLst>
            <pc:docMk/>
            <pc:sldMk cId="2097493477" sldId="291"/>
            <ac:spMk id="172" creationId="{AE513375-8272-2CEB-3DB3-873568003C68}"/>
          </ac:spMkLst>
        </pc:spChg>
        <pc:spChg chg="del">
          <ac:chgData name="Jelle van Barneveld" userId="5d01777c010a23b8" providerId="LiveId" clId="{B861BBE3-024A-4C09-8649-B30D11107D8D}" dt="2024-04-04T07:51:14.676" v="3221" actId="478"/>
          <ac:spMkLst>
            <pc:docMk/>
            <pc:sldMk cId="2097493477" sldId="291"/>
            <ac:spMk id="173" creationId="{3F3095A3-7DD8-296C-BBA3-5E8CA36B3B09}"/>
          </ac:spMkLst>
        </pc:spChg>
        <pc:spChg chg="del">
          <ac:chgData name="Jelle van Barneveld" userId="5d01777c010a23b8" providerId="LiveId" clId="{B861BBE3-024A-4C09-8649-B30D11107D8D}" dt="2024-04-04T07:51:14.676" v="3221" actId="478"/>
          <ac:spMkLst>
            <pc:docMk/>
            <pc:sldMk cId="2097493477" sldId="291"/>
            <ac:spMk id="174" creationId="{0A18A0E3-F58D-0B79-E1D9-F86C0DB316AF}"/>
          </ac:spMkLst>
        </pc:spChg>
        <pc:spChg chg="del">
          <ac:chgData name="Jelle van Barneveld" userId="5d01777c010a23b8" providerId="LiveId" clId="{B861BBE3-024A-4C09-8649-B30D11107D8D}" dt="2024-04-04T07:51:14.676" v="3221" actId="478"/>
          <ac:spMkLst>
            <pc:docMk/>
            <pc:sldMk cId="2097493477" sldId="291"/>
            <ac:spMk id="175" creationId="{065D2B6C-0EB0-058B-9178-2FBF320ED27E}"/>
          </ac:spMkLst>
        </pc:spChg>
        <pc:spChg chg="del">
          <ac:chgData name="Jelle van Barneveld" userId="5d01777c010a23b8" providerId="LiveId" clId="{B861BBE3-024A-4C09-8649-B30D11107D8D}" dt="2024-04-04T07:51:14.676" v="3221" actId="478"/>
          <ac:spMkLst>
            <pc:docMk/>
            <pc:sldMk cId="2097493477" sldId="291"/>
            <ac:spMk id="176" creationId="{CC12EB04-5F14-24C6-67B0-F7844C51652B}"/>
          </ac:spMkLst>
        </pc:spChg>
        <pc:spChg chg="del">
          <ac:chgData name="Jelle van Barneveld" userId="5d01777c010a23b8" providerId="LiveId" clId="{B861BBE3-024A-4C09-8649-B30D11107D8D}" dt="2024-04-04T07:51:14.676" v="3221" actId="478"/>
          <ac:spMkLst>
            <pc:docMk/>
            <pc:sldMk cId="2097493477" sldId="291"/>
            <ac:spMk id="177" creationId="{EE3ABA84-4326-A7F9-0BF1-07FF6D84868B}"/>
          </ac:spMkLst>
        </pc:spChg>
        <pc:spChg chg="del">
          <ac:chgData name="Jelle van Barneveld" userId="5d01777c010a23b8" providerId="LiveId" clId="{B861BBE3-024A-4C09-8649-B30D11107D8D}" dt="2024-04-04T07:51:14.676" v="3221" actId="478"/>
          <ac:spMkLst>
            <pc:docMk/>
            <pc:sldMk cId="2097493477" sldId="291"/>
            <ac:spMk id="178" creationId="{B521F56E-2BEB-793C-B768-C8181997D3AA}"/>
          </ac:spMkLst>
        </pc:spChg>
        <pc:spChg chg="del">
          <ac:chgData name="Jelle van Barneveld" userId="5d01777c010a23b8" providerId="LiveId" clId="{B861BBE3-024A-4C09-8649-B30D11107D8D}" dt="2024-04-04T07:51:14.676" v="3221" actId="478"/>
          <ac:spMkLst>
            <pc:docMk/>
            <pc:sldMk cId="2097493477" sldId="291"/>
            <ac:spMk id="179" creationId="{DC079491-0628-5C67-2423-BACCE3125042}"/>
          </ac:spMkLst>
        </pc:spChg>
        <pc:spChg chg="del">
          <ac:chgData name="Jelle van Barneveld" userId="5d01777c010a23b8" providerId="LiveId" clId="{B861BBE3-024A-4C09-8649-B30D11107D8D}" dt="2024-04-04T07:51:14.676" v="3221" actId="478"/>
          <ac:spMkLst>
            <pc:docMk/>
            <pc:sldMk cId="2097493477" sldId="291"/>
            <ac:spMk id="180" creationId="{0B678A5D-3F35-BA08-B24D-4CC4DFE2F64E}"/>
          </ac:spMkLst>
        </pc:spChg>
        <pc:spChg chg="del">
          <ac:chgData name="Jelle van Barneveld" userId="5d01777c010a23b8" providerId="LiveId" clId="{B861BBE3-024A-4C09-8649-B30D11107D8D}" dt="2024-04-04T07:51:14.676" v="3221" actId="478"/>
          <ac:spMkLst>
            <pc:docMk/>
            <pc:sldMk cId="2097493477" sldId="291"/>
            <ac:spMk id="181" creationId="{130ED610-F866-5AE3-D8E5-CF83579CFBB7}"/>
          </ac:spMkLst>
        </pc:spChg>
        <pc:spChg chg="del">
          <ac:chgData name="Jelle van Barneveld" userId="5d01777c010a23b8" providerId="LiveId" clId="{B861BBE3-024A-4C09-8649-B30D11107D8D}" dt="2024-04-04T07:51:14.676" v="3221" actId="478"/>
          <ac:spMkLst>
            <pc:docMk/>
            <pc:sldMk cId="2097493477" sldId="291"/>
            <ac:spMk id="182" creationId="{FDAEEDE8-634C-6921-6E04-6C2E8F49A9C6}"/>
          </ac:spMkLst>
        </pc:spChg>
        <pc:spChg chg="del">
          <ac:chgData name="Jelle van Barneveld" userId="5d01777c010a23b8" providerId="LiveId" clId="{B861BBE3-024A-4C09-8649-B30D11107D8D}" dt="2024-04-04T07:51:14.676" v="3221" actId="478"/>
          <ac:spMkLst>
            <pc:docMk/>
            <pc:sldMk cId="2097493477" sldId="291"/>
            <ac:spMk id="183" creationId="{75CACC94-73C0-F6A9-9E3F-A1185B49545B}"/>
          </ac:spMkLst>
        </pc:spChg>
        <pc:spChg chg="del">
          <ac:chgData name="Jelle van Barneveld" userId="5d01777c010a23b8" providerId="LiveId" clId="{B861BBE3-024A-4C09-8649-B30D11107D8D}" dt="2024-04-04T07:51:14.676" v="3221" actId="478"/>
          <ac:spMkLst>
            <pc:docMk/>
            <pc:sldMk cId="2097493477" sldId="291"/>
            <ac:spMk id="184" creationId="{9EAFF221-E4CF-867A-B7BF-04C84205C2CD}"/>
          </ac:spMkLst>
        </pc:spChg>
        <pc:spChg chg="del">
          <ac:chgData name="Jelle van Barneveld" userId="5d01777c010a23b8" providerId="LiveId" clId="{B861BBE3-024A-4C09-8649-B30D11107D8D}" dt="2024-04-04T07:51:14.676" v="3221" actId="478"/>
          <ac:spMkLst>
            <pc:docMk/>
            <pc:sldMk cId="2097493477" sldId="291"/>
            <ac:spMk id="185" creationId="{B8BC149A-0136-D0B0-A053-3C4869D72829}"/>
          </ac:spMkLst>
        </pc:spChg>
        <pc:spChg chg="del">
          <ac:chgData name="Jelle van Barneveld" userId="5d01777c010a23b8" providerId="LiveId" clId="{B861BBE3-024A-4C09-8649-B30D11107D8D}" dt="2024-04-04T07:51:14.676" v="3221" actId="478"/>
          <ac:spMkLst>
            <pc:docMk/>
            <pc:sldMk cId="2097493477" sldId="291"/>
            <ac:spMk id="186" creationId="{F1C00AC5-1093-2759-EB8A-468AFF3B7FF7}"/>
          </ac:spMkLst>
        </pc:spChg>
        <pc:spChg chg="del">
          <ac:chgData name="Jelle van Barneveld" userId="5d01777c010a23b8" providerId="LiveId" clId="{B861BBE3-024A-4C09-8649-B30D11107D8D}" dt="2024-04-04T07:51:14.676" v="3221" actId="478"/>
          <ac:spMkLst>
            <pc:docMk/>
            <pc:sldMk cId="2097493477" sldId="291"/>
            <ac:spMk id="187" creationId="{A091E778-FE75-B370-725A-7A9A04D6BA26}"/>
          </ac:spMkLst>
        </pc:spChg>
        <pc:spChg chg="del">
          <ac:chgData name="Jelle van Barneveld" userId="5d01777c010a23b8" providerId="LiveId" clId="{B861BBE3-024A-4C09-8649-B30D11107D8D}" dt="2024-04-04T07:51:14.676" v="3221" actId="478"/>
          <ac:spMkLst>
            <pc:docMk/>
            <pc:sldMk cId="2097493477" sldId="291"/>
            <ac:spMk id="188" creationId="{7EF18D06-7B5C-F754-592B-CA0B2FBEF0DF}"/>
          </ac:spMkLst>
        </pc:spChg>
        <pc:spChg chg="del">
          <ac:chgData name="Jelle van Barneveld" userId="5d01777c010a23b8" providerId="LiveId" clId="{B861BBE3-024A-4C09-8649-B30D11107D8D}" dt="2024-04-04T07:51:14.676" v="3221" actId="478"/>
          <ac:spMkLst>
            <pc:docMk/>
            <pc:sldMk cId="2097493477" sldId="291"/>
            <ac:spMk id="189" creationId="{FD98F5FD-2FEA-D00D-4456-203B1F2E79AD}"/>
          </ac:spMkLst>
        </pc:spChg>
        <pc:spChg chg="del">
          <ac:chgData name="Jelle van Barneveld" userId="5d01777c010a23b8" providerId="LiveId" clId="{B861BBE3-024A-4C09-8649-B30D11107D8D}" dt="2024-04-04T07:51:14.676" v="3221" actId="478"/>
          <ac:spMkLst>
            <pc:docMk/>
            <pc:sldMk cId="2097493477" sldId="291"/>
            <ac:spMk id="190" creationId="{7FC6C111-4437-B74B-160E-09E5E72F178F}"/>
          </ac:spMkLst>
        </pc:spChg>
        <pc:spChg chg="del">
          <ac:chgData name="Jelle van Barneveld" userId="5d01777c010a23b8" providerId="LiveId" clId="{B861BBE3-024A-4C09-8649-B30D11107D8D}" dt="2024-04-04T07:51:14.676" v="3221" actId="478"/>
          <ac:spMkLst>
            <pc:docMk/>
            <pc:sldMk cId="2097493477" sldId="291"/>
            <ac:spMk id="191" creationId="{6B69D378-E171-F1DC-A68F-2F44AE0F02AC}"/>
          </ac:spMkLst>
        </pc:spChg>
        <pc:spChg chg="mod">
          <ac:chgData name="Jelle van Barneveld" userId="5d01777c010a23b8" providerId="LiveId" clId="{B861BBE3-024A-4C09-8649-B30D11107D8D}" dt="2024-04-04T07:51:01.134" v="3210" actId="1076"/>
          <ac:spMkLst>
            <pc:docMk/>
            <pc:sldMk cId="2097493477" sldId="291"/>
            <ac:spMk id="194" creationId="{211905F6-44B7-4E58-C80F-F3107E7A0DC4}"/>
          </ac:spMkLst>
        </pc:spChg>
        <pc:spChg chg="mod">
          <ac:chgData name="Jelle van Barneveld" userId="5d01777c010a23b8" providerId="LiveId" clId="{B861BBE3-024A-4C09-8649-B30D11107D8D}" dt="2024-04-04T07:51:01.134" v="3210" actId="1076"/>
          <ac:spMkLst>
            <pc:docMk/>
            <pc:sldMk cId="2097493477" sldId="291"/>
            <ac:spMk id="195" creationId="{5F18812A-A6FD-ED9B-F5F0-CB2B7E252336}"/>
          </ac:spMkLst>
        </pc:spChg>
        <pc:spChg chg="mod">
          <ac:chgData name="Jelle van Barneveld" userId="5d01777c010a23b8" providerId="LiveId" clId="{B861BBE3-024A-4C09-8649-B30D11107D8D}" dt="2024-04-04T07:51:01.134" v="3210" actId="1076"/>
          <ac:spMkLst>
            <pc:docMk/>
            <pc:sldMk cId="2097493477" sldId="291"/>
            <ac:spMk id="196" creationId="{B5603DFE-5B81-CC83-D675-C41F88FD6C4B}"/>
          </ac:spMkLst>
        </pc:spChg>
        <pc:spChg chg="mod">
          <ac:chgData name="Jelle van Barneveld" userId="5d01777c010a23b8" providerId="LiveId" clId="{B861BBE3-024A-4C09-8649-B30D11107D8D}" dt="2024-04-04T07:51:01.134" v="3210" actId="1076"/>
          <ac:spMkLst>
            <pc:docMk/>
            <pc:sldMk cId="2097493477" sldId="291"/>
            <ac:spMk id="197" creationId="{1D0C1CEE-FC0A-0CF8-B2AE-BEB77FF6433F}"/>
          </ac:spMkLst>
        </pc:spChg>
        <pc:grpChg chg="del mod">
          <ac:chgData name="Jelle van Barneveld" userId="5d01777c010a23b8" providerId="LiveId" clId="{B861BBE3-024A-4C09-8649-B30D11107D8D}" dt="2024-04-04T07:51:17.178" v="3222" actId="478"/>
          <ac:grpSpMkLst>
            <pc:docMk/>
            <pc:sldMk cId="2097493477" sldId="291"/>
            <ac:grpSpMk id="192" creationId="{AEE366FB-EFDA-DFDA-CBE2-A8A16ABE4872}"/>
          </ac:grpSpMkLst>
        </pc:grpChg>
        <pc:grpChg chg="mod">
          <ac:chgData name="Jelle van Barneveld" userId="5d01777c010a23b8" providerId="LiveId" clId="{B861BBE3-024A-4C09-8649-B30D11107D8D}" dt="2024-04-04T07:51:01.134" v="3210" actId="1076"/>
          <ac:grpSpMkLst>
            <pc:docMk/>
            <pc:sldMk cId="2097493477" sldId="291"/>
            <ac:grpSpMk id="193" creationId="{AC2E4C5F-29D3-03CF-618E-E23134F873E7}"/>
          </ac:grpSpMkLst>
        </pc:grpChg>
        <pc:grpChg chg="del">
          <ac:chgData name="Jelle van Barneveld" userId="5d01777c010a23b8" providerId="LiveId" clId="{B861BBE3-024A-4C09-8649-B30D11107D8D}" dt="2024-04-04T07:51:14.676" v="3221" actId="478"/>
          <ac:grpSpMkLst>
            <pc:docMk/>
            <pc:sldMk cId="2097493477" sldId="291"/>
            <ac:grpSpMk id="198" creationId="{2AC0A23C-F7A4-F47B-1C7C-A12E869D1A31}"/>
          </ac:grpSpMkLst>
        </pc:grpChg>
        <pc:grpChg chg="del">
          <ac:chgData name="Jelle van Barneveld" userId="5d01777c010a23b8" providerId="LiveId" clId="{B861BBE3-024A-4C09-8649-B30D11107D8D}" dt="2024-04-04T07:51:14.676" v="3221" actId="478"/>
          <ac:grpSpMkLst>
            <pc:docMk/>
            <pc:sldMk cId="2097493477" sldId="291"/>
            <ac:grpSpMk id="201" creationId="{7903D214-994F-F669-0162-9496E84E0B6B}"/>
          </ac:grpSpMkLst>
        </pc:grpChg>
        <pc:grpChg chg="del">
          <ac:chgData name="Jelle van Barneveld" userId="5d01777c010a23b8" providerId="LiveId" clId="{B861BBE3-024A-4C09-8649-B30D11107D8D}" dt="2024-04-04T07:51:14.676" v="3221" actId="478"/>
          <ac:grpSpMkLst>
            <pc:docMk/>
            <pc:sldMk cId="2097493477" sldId="291"/>
            <ac:grpSpMk id="204" creationId="{770A3AFC-162C-EAF5-43EC-FA85622E68BC}"/>
          </ac:grpSpMkLst>
        </pc:grpChg>
        <pc:picChg chg="add del mod">
          <ac:chgData name="Jelle van Barneveld" userId="5d01777c010a23b8" providerId="LiveId" clId="{B861BBE3-024A-4C09-8649-B30D11107D8D}" dt="2024-04-04T07:54:15.736" v="3225" actId="478"/>
          <ac:picMkLst>
            <pc:docMk/>
            <pc:sldMk cId="2097493477" sldId="291"/>
            <ac:picMk id="3" creationId="{648C476C-1909-AB7D-8E0B-BA99E3411278}"/>
          </ac:picMkLst>
        </pc:picChg>
        <pc:picChg chg="add mod">
          <ac:chgData name="Jelle van Barneveld" userId="5d01777c010a23b8" providerId="LiveId" clId="{B861BBE3-024A-4C09-8649-B30D11107D8D}" dt="2024-04-04T08:01:17.512" v="3594" actId="14100"/>
          <ac:picMkLst>
            <pc:docMk/>
            <pc:sldMk cId="2097493477" sldId="291"/>
            <ac:picMk id="1026" creationId="{950E6322-2E2D-874A-6FA1-3C5B44653BE3}"/>
          </ac:picMkLst>
        </pc:picChg>
      </pc:sldChg>
      <pc:sldChg chg="add del">
        <pc:chgData name="Jelle van Barneveld" userId="5d01777c010a23b8" providerId="LiveId" clId="{B861BBE3-024A-4C09-8649-B30D11107D8D}" dt="2024-04-04T07:56:06.198" v="3262" actId="47"/>
        <pc:sldMkLst>
          <pc:docMk/>
          <pc:sldMk cId="1761143152" sldId="292"/>
        </pc:sldMkLst>
      </pc:sldChg>
      <pc:sldChg chg="addSp delSp modSp add mod ord">
        <pc:chgData name="Jelle van Barneveld" userId="5d01777c010a23b8" providerId="LiveId" clId="{B861BBE3-024A-4C09-8649-B30D11107D8D}" dt="2024-04-04T08:17:05.850" v="4481" actId="20577"/>
        <pc:sldMkLst>
          <pc:docMk/>
          <pc:sldMk cId="34604072" sldId="293"/>
        </pc:sldMkLst>
        <pc:spChg chg="mod">
          <ac:chgData name="Jelle van Barneveld" userId="5d01777c010a23b8" providerId="LiveId" clId="{B861BBE3-024A-4C09-8649-B30D11107D8D}" dt="2024-04-04T08:05:26.946" v="3693" actId="20577"/>
          <ac:spMkLst>
            <pc:docMk/>
            <pc:sldMk cId="34604072" sldId="293"/>
            <ac:spMk id="11" creationId="{A91F9227-C1F1-C5F7-5087-87D99F9FB606}"/>
          </ac:spMkLst>
        </pc:spChg>
        <pc:graphicFrameChg chg="add mod modGraphic">
          <ac:chgData name="Jelle van Barneveld" userId="5d01777c010a23b8" providerId="LiveId" clId="{B861BBE3-024A-4C09-8649-B30D11107D8D}" dt="2024-04-04T08:17:05.850" v="4481" actId="20577"/>
          <ac:graphicFrameMkLst>
            <pc:docMk/>
            <pc:sldMk cId="34604072" sldId="293"/>
            <ac:graphicFrameMk id="2" creationId="{058E7A37-C393-D83F-0270-57112009CC2F}"/>
          </ac:graphicFrameMkLst>
        </pc:graphicFrameChg>
        <pc:graphicFrameChg chg="del modGraphic">
          <ac:chgData name="Jelle van Barneveld" userId="5d01777c010a23b8" providerId="LiveId" clId="{B861BBE3-024A-4C09-8649-B30D11107D8D}" dt="2024-04-04T08:03:22.512" v="3599" actId="478"/>
          <ac:graphicFrameMkLst>
            <pc:docMk/>
            <pc:sldMk cId="34604072" sldId="293"/>
            <ac:graphicFrameMk id="3" creationId="{03289C03-D50C-C5B4-E4B6-DFDAB46F300D}"/>
          </ac:graphicFrameMkLst>
        </pc:graphicFrameChg>
      </pc:sldChg>
      <pc:sldChg chg="add">
        <pc:chgData name="Jelle van Barneveld" userId="5d01777c010a23b8" providerId="LiveId" clId="{B861BBE3-024A-4C09-8649-B30D11107D8D}" dt="2024-04-04T07:56:31.291" v="3263"/>
        <pc:sldMkLst>
          <pc:docMk/>
          <pc:sldMk cId="1549997376" sldId="294"/>
        </pc:sldMkLst>
      </pc:sldChg>
      <pc:sldMasterChg chg="del delSldLayout">
        <pc:chgData name="Jelle van Barneveld" userId="5d01777c010a23b8" providerId="LiveId" clId="{B861BBE3-024A-4C09-8649-B30D11107D8D}" dt="2024-04-02T11:21:54.671" v="107" actId="47"/>
        <pc:sldMasterMkLst>
          <pc:docMk/>
          <pc:sldMasterMk cId="23110428" sldId="2147483648"/>
        </pc:sldMasterMkLst>
        <pc:sldLayoutChg chg="del">
          <pc:chgData name="Jelle van Barneveld" userId="5d01777c010a23b8" providerId="LiveId" clId="{B861BBE3-024A-4C09-8649-B30D11107D8D}" dt="2024-04-02T11:21:54.671" v="107" actId="47"/>
          <pc:sldLayoutMkLst>
            <pc:docMk/>
            <pc:sldMasterMk cId="23110428" sldId="2147483648"/>
            <pc:sldLayoutMk cId="859470737" sldId="2147483649"/>
          </pc:sldLayoutMkLst>
        </pc:sldLayoutChg>
        <pc:sldLayoutChg chg="del">
          <pc:chgData name="Jelle van Barneveld" userId="5d01777c010a23b8" providerId="LiveId" clId="{B861BBE3-024A-4C09-8649-B30D11107D8D}" dt="2024-04-02T11:21:54.671" v="107" actId="47"/>
          <pc:sldLayoutMkLst>
            <pc:docMk/>
            <pc:sldMasterMk cId="23110428" sldId="2147483648"/>
            <pc:sldLayoutMk cId="3436874063" sldId="2147483650"/>
          </pc:sldLayoutMkLst>
        </pc:sldLayoutChg>
        <pc:sldLayoutChg chg="del">
          <pc:chgData name="Jelle van Barneveld" userId="5d01777c010a23b8" providerId="LiveId" clId="{B861BBE3-024A-4C09-8649-B30D11107D8D}" dt="2024-04-02T11:21:54.671" v="107" actId="47"/>
          <pc:sldLayoutMkLst>
            <pc:docMk/>
            <pc:sldMasterMk cId="23110428" sldId="2147483648"/>
            <pc:sldLayoutMk cId="898196650" sldId="2147483651"/>
          </pc:sldLayoutMkLst>
        </pc:sldLayoutChg>
        <pc:sldLayoutChg chg="del">
          <pc:chgData name="Jelle van Barneveld" userId="5d01777c010a23b8" providerId="LiveId" clId="{B861BBE3-024A-4C09-8649-B30D11107D8D}" dt="2024-04-02T11:21:54.671" v="107" actId="47"/>
          <pc:sldLayoutMkLst>
            <pc:docMk/>
            <pc:sldMasterMk cId="23110428" sldId="2147483648"/>
            <pc:sldLayoutMk cId="1956890802" sldId="2147483652"/>
          </pc:sldLayoutMkLst>
        </pc:sldLayoutChg>
        <pc:sldLayoutChg chg="del">
          <pc:chgData name="Jelle van Barneveld" userId="5d01777c010a23b8" providerId="LiveId" clId="{B861BBE3-024A-4C09-8649-B30D11107D8D}" dt="2024-04-02T11:21:54.671" v="107" actId="47"/>
          <pc:sldLayoutMkLst>
            <pc:docMk/>
            <pc:sldMasterMk cId="23110428" sldId="2147483648"/>
            <pc:sldLayoutMk cId="3752204455" sldId="2147483653"/>
          </pc:sldLayoutMkLst>
        </pc:sldLayoutChg>
        <pc:sldLayoutChg chg="del">
          <pc:chgData name="Jelle van Barneveld" userId="5d01777c010a23b8" providerId="LiveId" clId="{B861BBE3-024A-4C09-8649-B30D11107D8D}" dt="2024-04-02T11:21:54.671" v="107" actId="47"/>
          <pc:sldLayoutMkLst>
            <pc:docMk/>
            <pc:sldMasterMk cId="23110428" sldId="2147483648"/>
            <pc:sldLayoutMk cId="1114496040" sldId="2147483654"/>
          </pc:sldLayoutMkLst>
        </pc:sldLayoutChg>
        <pc:sldLayoutChg chg="del">
          <pc:chgData name="Jelle van Barneveld" userId="5d01777c010a23b8" providerId="LiveId" clId="{B861BBE3-024A-4C09-8649-B30D11107D8D}" dt="2024-04-02T11:21:54.671" v="107" actId="47"/>
          <pc:sldLayoutMkLst>
            <pc:docMk/>
            <pc:sldMasterMk cId="23110428" sldId="2147483648"/>
            <pc:sldLayoutMk cId="4105061239" sldId="2147483655"/>
          </pc:sldLayoutMkLst>
        </pc:sldLayoutChg>
        <pc:sldLayoutChg chg="del">
          <pc:chgData name="Jelle van Barneveld" userId="5d01777c010a23b8" providerId="LiveId" clId="{B861BBE3-024A-4C09-8649-B30D11107D8D}" dt="2024-04-02T11:21:54.671" v="107" actId="47"/>
          <pc:sldLayoutMkLst>
            <pc:docMk/>
            <pc:sldMasterMk cId="23110428" sldId="2147483648"/>
            <pc:sldLayoutMk cId="3064300" sldId="2147483656"/>
          </pc:sldLayoutMkLst>
        </pc:sldLayoutChg>
        <pc:sldLayoutChg chg="del">
          <pc:chgData name="Jelle van Barneveld" userId="5d01777c010a23b8" providerId="LiveId" clId="{B861BBE3-024A-4C09-8649-B30D11107D8D}" dt="2024-04-02T11:21:54.671" v="107" actId="47"/>
          <pc:sldLayoutMkLst>
            <pc:docMk/>
            <pc:sldMasterMk cId="23110428" sldId="2147483648"/>
            <pc:sldLayoutMk cId="3091643320" sldId="2147483657"/>
          </pc:sldLayoutMkLst>
        </pc:sldLayoutChg>
        <pc:sldLayoutChg chg="del">
          <pc:chgData name="Jelle van Barneveld" userId="5d01777c010a23b8" providerId="LiveId" clId="{B861BBE3-024A-4C09-8649-B30D11107D8D}" dt="2024-04-02T11:21:54.671" v="107" actId="47"/>
          <pc:sldLayoutMkLst>
            <pc:docMk/>
            <pc:sldMasterMk cId="23110428" sldId="2147483648"/>
            <pc:sldLayoutMk cId="62659641" sldId="2147483658"/>
          </pc:sldLayoutMkLst>
        </pc:sldLayoutChg>
        <pc:sldLayoutChg chg="del">
          <pc:chgData name="Jelle van Barneveld" userId="5d01777c010a23b8" providerId="LiveId" clId="{B861BBE3-024A-4C09-8649-B30D11107D8D}" dt="2024-04-02T11:21:54.671" v="107" actId="47"/>
          <pc:sldLayoutMkLst>
            <pc:docMk/>
            <pc:sldMasterMk cId="23110428" sldId="2147483648"/>
            <pc:sldLayoutMk cId="2480794337" sldId="2147483659"/>
          </pc:sldLayoutMkLst>
        </pc:sldLayoutChg>
      </pc:sldMasterChg>
    </pc:docChg>
  </pc:docChgLst>
  <pc:docChgLst>
    <pc:chgData name="Jelle van Barneveld" userId="bc7ecfdf-3719-43bf-9ebf-4e7030cd4705" providerId="ADAL" clId="{DC990D10-BCE4-444F-80D4-28F5C87CB480}"/>
    <pc:docChg chg="undo custSel modSld sldOrd">
      <pc:chgData name="Jelle van Barneveld" userId="bc7ecfdf-3719-43bf-9ebf-4e7030cd4705" providerId="ADAL" clId="{DC990D10-BCE4-444F-80D4-28F5C87CB480}" dt="2024-04-08T07:34:34.482" v="416"/>
      <pc:docMkLst>
        <pc:docMk/>
      </pc:docMkLst>
      <pc:sldChg chg="modSp delCm">
        <pc:chgData name="Jelle van Barneveld" userId="bc7ecfdf-3719-43bf-9ebf-4e7030cd4705" providerId="ADAL" clId="{DC990D10-BCE4-444F-80D4-28F5C87CB480}" dt="2024-04-08T07:28:54.058" v="402"/>
        <pc:sldMkLst>
          <pc:docMk/>
          <pc:sldMk cId="1393805958" sldId="282"/>
        </pc:sldMkLst>
        <pc:spChg chg="mod">
          <ac:chgData name="Jelle van Barneveld" userId="bc7ecfdf-3719-43bf-9ebf-4e7030cd4705" providerId="ADAL" clId="{DC990D10-BCE4-444F-80D4-28F5C87CB480}" dt="2024-04-08T07:28:49.086" v="400" actId="20577"/>
          <ac:spMkLst>
            <pc:docMk/>
            <pc:sldMk cId="1393805958" sldId="282"/>
            <ac:spMk id="25" creationId="{E1920202-5C03-4241-6763-D8DAA9CFD28F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Jelle van Barneveld" userId="bc7ecfdf-3719-43bf-9ebf-4e7030cd4705" providerId="ADAL" clId="{DC990D10-BCE4-444F-80D4-28F5C87CB480}" dt="2024-04-08T07:28:51.457" v="401"/>
              <pc2:cmMkLst xmlns:pc2="http://schemas.microsoft.com/office/powerpoint/2019/9/main/command">
                <pc:docMk/>
                <pc:sldMk cId="1393805958" sldId="282"/>
                <pc2:cmMk id="{96CEAB55-F95C-44B2-A83B-A2C71BD08E5E}"/>
              </pc2:cmMkLst>
            </pc226:cmChg>
            <pc226:cmChg xmlns:pc226="http://schemas.microsoft.com/office/powerpoint/2022/06/main/command" chg="del">
              <pc226:chgData name="Jelle van Barneveld" userId="bc7ecfdf-3719-43bf-9ebf-4e7030cd4705" providerId="ADAL" clId="{DC990D10-BCE4-444F-80D4-28F5C87CB480}" dt="2024-04-08T07:28:54.058" v="402"/>
              <pc2:cmMkLst xmlns:pc2="http://schemas.microsoft.com/office/powerpoint/2019/9/main/command">
                <pc:docMk/>
                <pc:sldMk cId="1393805958" sldId="282"/>
                <pc2:cmMk id="{9EE854B0-30D0-4F96-978F-11FD76C7ACCC}"/>
              </pc2:cmMkLst>
            </pc226:cmChg>
          </p:ext>
        </pc:extLst>
      </pc:sldChg>
      <pc:sldChg chg="addSp delSp modSp modAnim delCm modCm">
        <pc:chgData name="Jelle van Barneveld" userId="bc7ecfdf-3719-43bf-9ebf-4e7030cd4705" providerId="ADAL" clId="{DC990D10-BCE4-444F-80D4-28F5C87CB480}" dt="2024-04-08T07:30:04.935" v="412"/>
        <pc:sldMkLst>
          <pc:docMk/>
          <pc:sldMk cId="278101250" sldId="283"/>
        </pc:sldMkLst>
        <pc:picChg chg="add mod">
          <ac:chgData name="Jelle van Barneveld" userId="bc7ecfdf-3719-43bf-9ebf-4e7030cd4705" providerId="ADAL" clId="{DC990D10-BCE4-444F-80D4-28F5C87CB480}" dt="2024-04-08T07:30:02.374" v="411" actId="1076"/>
          <ac:picMkLst>
            <pc:docMk/>
            <pc:sldMk cId="278101250" sldId="283"/>
            <ac:picMk id="1026" creationId="{44CA4660-B9C2-7A54-BFC9-5A1AF2E8D599}"/>
          </ac:picMkLst>
        </pc:picChg>
        <pc:picChg chg="del">
          <ac:chgData name="Jelle van Barneveld" userId="bc7ecfdf-3719-43bf-9ebf-4e7030cd4705" providerId="ADAL" clId="{DC990D10-BCE4-444F-80D4-28F5C87CB480}" dt="2024-04-08T07:29:47.559" v="403" actId="478"/>
          <ac:picMkLst>
            <pc:docMk/>
            <pc:sldMk cId="278101250" sldId="283"/>
            <ac:picMk id="2056" creationId="{E683389B-7D65-2AA5-A7D4-A7BBD9D3022D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del mod">
              <pc226:chgData name="Jelle van Barneveld" userId="bc7ecfdf-3719-43bf-9ebf-4e7030cd4705" providerId="ADAL" clId="{DC990D10-BCE4-444F-80D4-28F5C87CB480}" dt="2024-04-08T07:30:04.935" v="412"/>
              <pc2:cmMkLst xmlns:pc2="http://schemas.microsoft.com/office/powerpoint/2019/9/main/command">
                <pc:docMk/>
                <pc:sldMk cId="278101250" sldId="283"/>
                <pc2:cmMk id="{FC9304E3-C293-4F77-953E-DFDE9DFF7C70}"/>
              </pc2:cmMkLst>
            </pc226:cmChg>
          </p:ext>
        </pc:extLst>
      </pc:sldChg>
      <pc:sldChg chg="modSp mod ord delCm modCm">
        <pc:chgData name="Jelle van Barneveld" userId="bc7ecfdf-3719-43bf-9ebf-4e7030cd4705" providerId="ADAL" clId="{DC990D10-BCE4-444F-80D4-28F5C87CB480}" dt="2024-04-08T07:24:18.148" v="15"/>
        <pc:sldMkLst>
          <pc:docMk/>
          <pc:sldMk cId="1448075382" sldId="285"/>
        </pc:sldMkLst>
        <pc:spChg chg="mod">
          <ac:chgData name="Jelle van Barneveld" userId="bc7ecfdf-3719-43bf-9ebf-4e7030cd4705" providerId="ADAL" clId="{DC990D10-BCE4-444F-80D4-28F5C87CB480}" dt="2024-04-08T07:23:37.229" v="8" actId="20577"/>
          <ac:spMkLst>
            <pc:docMk/>
            <pc:sldMk cId="1448075382" sldId="285"/>
            <ac:spMk id="30" creationId="{03538475-B948-35F0-1013-3761103667FE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del mod">
              <pc226:chgData name="Jelle van Barneveld" userId="bc7ecfdf-3719-43bf-9ebf-4e7030cd4705" providerId="ADAL" clId="{DC990D10-BCE4-444F-80D4-28F5C87CB480}" dt="2024-04-08T07:23:41.480" v="9"/>
              <pc2:cmMkLst xmlns:pc2="http://schemas.microsoft.com/office/powerpoint/2019/9/main/command">
                <pc:docMk/>
                <pc:sldMk cId="1448075382" sldId="285"/>
                <pc2:cmMk id="{E6058987-B579-4497-91CF-931564D5C1B7}"/>
              </pc2:cmMkLst>
            </pc226:cmChg>
          </p:ext>
        </pc:extLst>
      </pc:sldChg>
      <pc:sldChg chg="ord">
        <pc:chgData name="Jelle van Barneveld" userId="bc7ecfdf-3719-43bf-9ebf-4e7030cd4705" providerId="ADAL" clId="{DC990D10-BCE4-444F-80D4-28F5C87CB480}" dt="2024-04-08T07:24:26.382" v="17"/>
        <pc:sldMkLst>
          <pc:docMk/>
          <pc:sldMk cId="3972065359" sldId="286"/>
        </pc:sldMkLst>
      </pc:sldChg>
      <pc:sldChg chg="delCm">
        <pc:chgData name="Jelle van Barneveld" userId="bc7ecfdf-3719-43bf-9ebf-4e7030cd4705" providerId="ADAL" clId="{DC990D10-BCE4-444F-80D4-28F5C87CB480}" dt="2024-04-08T07:34:24.914" v="414"/>
        <pc:sldMkLst>
          <pc:docMk/>
          <pc:sldMk cId="1835127610" sldId="287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Jelle van Barneveld" userId="bc7ecfdf-3719-43bf-9ebf-4e7030cd4705" providerId="ADAL" clId="{DC990D10-BCE4-444F-80D4-28F5C87CB480}" dt="2024-04-08T07:34:24.914" v="414"/>
              <pc2:cmMkLst xmlns:pc2="http://schemas.microsoft.com/office/powerpoint/2019/9/main/command">
                <pc:docMk/>
                <pc:sldMk cId="1835127610" sldId="287"/>
                <pc2:cmMk id="{42B0B008-1712-45CA-BBD9-37531997DF85}"/>
              </pc2:cmMkLst>
            </pc226:cmChg>
          </p:ext>
        </pc:extLst>
      </pc:sldChg>
      <pc:sldChg chg="delCm">
        <pc:chgData name="Jelle van Barneveld" userId="bc7ecfdf-3719-43bf-9ebf-4e7030cd4705" providerId="ADAL" clId="{DC990D10-BCE4-444F-80D4-28F5C87CB480}" dt="2024-04-08T07:34:29.826" v="415"/>
        <pc:sldMkLst>
          <pc:docMk/>
          <pc:sldMk cId="1152541454" sldId="288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Jelle van Barneveld" userId="bc7ecfdf-3719-43bf-9ebf-4e7030cd4705" providerId="ADAL" clId="{DC990D10-BCE4-444F-80D4-28F5C87CB480}" dt="2024-04-08T07:34:29.826" v="415"/>
              <pc2:cmMkLst xmlns:pc2="http://schemas.microsoft.com/office/powerpoint/2019/9/main/command">
                <pc:docMk/>
                <pc:sldMk cId="1152541454" sldId="288"/>
                <pc2:cmMk id="{0A78FC4C-FADD-480C-9619-40E2AD338B54}"/>
              </pc2:cmMkLst>
            </pc226:cmChg>
          </p:ext>
        </pc:extLst>
      </pc:sldChg>
      <pc:sldChg chg="delCm">
        <pc:chgData name="Jelle van Barneveld" userId="bc7ecfdf-3719-43bf-9ebf-4e7030cd4705" providerId="ADAL" clId="{DC990D10-BCE4-444F-80D4-28F5C87CB480}" dt="2024-04-08T07:34:34.482" v="416"/>
        <pc:sldMkLst>
          <pc:docMk/>
          <pc:sldMk cId="3993381749" sldId="289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Jelle van Barneveld" userId="bc7ecfdf-3719-43bf-9ebf-4e7030cd4705" providerId="ADAL" clId="{DC990D10-BCE4-444F-80D4-28F5C87CB480}" dt="2024-04-08T07:34:34.482" v="416"/>
              <pc2:cmMkLst xmlns:pc2="http://schemas.microsoft.com/office/powerpoint/2019/9/main/command">
                <pc:docMk/>
                <pc:sldMk cId="3993381749" sldId="289"/>
                <pc2:cmMk id="{0F69522E-1EB9-48FC-932C-0221E6B92FE8}"/>
              </pc2:cmMkLst>
            </pc226:cmChg>
          </p:ext>
        </pc:extLst>
      </pc:sldChg>
      <pc:sldChg chg="modSp mod delCm">
        <pc:chgData name="Jelle van Barneveld" userId="bc7ecfdf-3719-43bf-9ebf-4e7030cd4705" providerId="ADAL" clId="{DC990D10-BCE4-444F-80D4-28F5C87CB480}" dt="2024-04-08T07:28:05.954" v="375"/>
        <pc:sldMkLst>
          <pc:docMk/>
          <pc:sldMk cId="1725715861" sldId="290"/>
        </pc:sldMkLst>
        <pc:spChg chg="mod">
          <ac:chgData name="Jelle van Barneveld" userId="bc7ecfdf-3719-43bf-9ebf-4e7030cd4705" providerId="ADAL" clId="{DC990D10-BCE4-444F-80D4-28F5C87CB480}" dt="2024-04-08T07:28:00.324" v="374" actId="27636"/>
          <ac:spMkLst>
            <pc:docMk/>
            <pc:sldMk cId="1725715861" sldId="290"/>
            <ac:spMk id="9" creationId="{03F21FE5-01A9-1CF9-6E21-6F1087E0E0FE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Jelle van Barneveld" userId="bc7ecfdf-3719-43bf-9ebf-4e7030cd4705" providerId="ADAL" clId="{DC990D10-BCE4-444F-80D4-28F5C87CB480}" dt="2024-04-08T07:28:05.954" v="375"/>
              <pc2:cmMkLst xmlns:pc2="http://schemas.microsoft.com/office/powerpoint/2019/9/main/command">
                <pc:docMk/>
                <pc:sldMk cId="1725715861" sldId="290"/>
                <pc2:cmMk id="{0222C552-49B9-465A-8CCA-F0C23963EF44}"/>
              </pc2:cmMkLst>
            </pc226:cmChg>
          </p:ext>
        </pc:extLst>
      </pc:sldChg>
      <pc:sldChg chg="ord delCm">
        <pc:chgData name="Jelle van Barneveld" userId="bc7ecfdf-3719-43bf-9ebf-4e7030cd4705" providerId="ADAL" clId="{DC990D10-BCE4-444F-80D4-28F5C87CB480}" dt="2024-04-08T07:30:30.381" v="413"/>
        <pc:sldMkLst>
          <pc:docMk/>
          <pc:sldMk cId="2097493477" sldId="291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Jelle van Barneveld" userId="bc7ecfdf-3719-43bf-9ebf-4e7030cd4705" providerId="ADAL" clId="{DC990D10-BCE4-444F-80D4-28F5C87CB480}" dt="2024-04-08T07:30:30.381" v="413"/>
              <pc2:cmMkLst xmlns:pc2="http://schemas.microsoft.com/office/powerpoint/2019/9/main/command">
                <pc:docMk/>
                <pc:sldMk cId="2097493477" sldId="291"/>
                <pc2:cmMk id="{3AE45902-B605-480E-BA6E-4E4678542CE2}"/>
              </pc2:cmMkLst>
            </pc226:cmChg>
          </p:ext>
        </pc:extLst>
      </pc:sldChg>
      <pc:sldChg chg="modSp mod delCm modCm">
        <pc:chgData name="Jelle van Barneveld" userId="bc7ecfdf-3719-43bf-9ebf-4e7030cd4705" providerId="ADAL" clId="{DC990D10-BCE4-444F-80D4-28F5C87CB480}" dt="2024-04-08T07:27:19.871" v="281"/>
        <pc:sldMkLst>
          <pc:docMk/>
          <pc:sldMk cId="34604072" sldId="293"/>
        </pc:sldMkLst>
        <pc:graphicFrameChg chg="mod modGraphic">
          <ac:chgData name="Jelle van Barneveld" userId="bc7ecfdf-3719-43bf-9ebf-4e7030cd4705" providerId="ADAL" clId="{DC990D10-BCE4-444F-80D4-28F5C87CB480}" dt="2024-04-08T07:27:16.923" v="280" actId="20577"/>
          <ac:graphicFrameMkLst>
            <pc:docMk/>
            <pc:sldMk cId="34604072" sldId="293"/>
            <ac:graphicFrameMk id="2" creationId="{058E7A37-C393-D83F-0270-57112009CC2F}"/>
          </ac:graphicFrameMkLst>
        </pc:graphicFrameChg>
        <pc:extLst>
          <p:ext xmlns:p="http://schemas.openxmlformats.org/presentationml/2006/main" uri="{D6D511B9-2390-475A-947B-AFAB55BFBCF1}">
            <pc226:cmChg xmlns:pc226="http://schemas.microsoft.com/office/powerpoint/2022/06/main/command" chg="del mod">
              <pc226:chgData name="Jelle van Barneveld" userId="bc7ecfdf-3719-43bf-9ebf-4e7030cd4705" providerId="ADAL" clId="{DC990D10-BCE4-444F-80D4-28F5C87CB480}" dt="2024-04-08T07:25:54.143" v="125"/>
              <pc2:cmMkLst xmlns:pc2="http://schemas.microsoft.com/office/powerpoint/2019/9/main/command">
                <pc:docMk/>
                <pc:sldMk cId="34604072" sldId="293"/>
                <pc2:cmMk id="{0ABD0146-FF66-4CDC-A619-9FC584A283B4}"/>
              </pc2:cmMkLst>
            </pc226:cmChg>
            <pc226:cmChg xmlns:pc226="http://schemas.microsoft.com/office/powerpoint/2022/06/main/command" chg="del mod">
              <pc226:chgData name="Jelle van Barneveld" userId="bc7ecfdf-3719-43bf-9ebf-4e7030cd4705" providerId="ADAL" clId="{DC990D10-BCE4-444F-80D4-28F5C87CB480}" dt="2024-04-08T07:27:19.871" v="281"/>
              <pc2:cmMkLst xmlns:pc2="http://schemas.microsoft.com/office/powerpoint/2019/9/main/command">
                <pc:docMk/>
                <pc:sldMk cId="34604072" sldId="293"/>
                <pc2:cmMk id="{3B8F7B6F-7542-4FB6-AD8C-8DEC0D2E60B5}"/>
              </pc2:cmMkLst>
            </pc226:cmChg>
          </p:ext>
        </pc:ext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C136D9-EF6F-4855-B722-9BC0BF7B1A55}" type="datetimeFigureOut">
              <a:rPr lang="nl-NL" smtClean="0"/>
              <a:t>8-4-2024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7E662B-CC1D-4B05-805F-0D121331987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23625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defTabSz="477838" rtl="0" eaLnBrk="0" fontAlgn="base" latinLnBrk="0" hangingPunct="0">
              <a:lnSpc>
                <a:spcPct val="100000"/>
              </a:lnSpc>
              <a:spcBef>
                <a:spcPts val="7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buNone/>
              <a:tabLst>
                <a:tab pos="755650" algn="l"/>
                <a:tab pos="1511300" algn="l"/>
                <a:tab pos="2268538" algn="l"/>
                <a:tab pos="3024188" algn="l"/>
              </a:tabLst>
              <a:defRPr/>
            </a:pPr>
            <a:fld id="{F751C962-19B1-E941-BF11-D365F135F8D5}" type="slidenum">
              <a:rPr kumimoji="0" lang="en-GB" sz="13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MS PGothic" charset="0"/>
                <a:cs typeface="+mn-cs"/>
              </a:rPr>
              <a:pPr marL="0" marR="0" lvl="0" indent="0" algn="r" defTabSz="477838" rtl="0" eaLnBrk="0" fontAlgn="base" latinLnBrk="0" hangingPunct="0">
                <a:lnSpc>
                  <a:spcPct val="100000"/>
                </a:lnSpc>
                <a:spcBef>
                  <a:spcPts val="7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charset="0"/>
                <a:buNone/>
                <a:tabLst>
                  <a:tab pos="755650" algn="l"/>
                  <a:tab pos="1511300" algn="l"/>
                  <a:tab pos="2268538" algn="l"/>
                  <a:tab pos="3024188" algn="l"/>
                </a:tabLst>
                <a:defRPr/>
              </a:pPr>
              <a:t>1</a:t>
            </a:fld>
            <a:endParaRPr kumimoji="0" lang="en-GB" sz="13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MS PGothic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61846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56E09-0CF7-15FE-56AE-AE2E7006BA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52C46A-8596-B33A-41BF-366F0B9C7B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180EAD-293B-3E82-7011-9362B1852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B45D-D98F-4A32-A567-4AE2A91459D6}" type="datetimeFigureOut">
              <a:rPr lang="en-US" smtClean="0"/>
              <a:t>4/8/2024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9DC25E-D1B9-004D-65A4-A9F2925A5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NL"/>
              <a:t>invoegen-voet-koptekst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03C643-E9BF-9350-BA5B-D59CDAF25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737D-49A5-4740-8401-0C4DFF2B9D4A}" type="slidenum">
              <a:rPr lang="nl-NL" smtClean="0"/>
              <a:pPr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74384828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0AC38-465A-FCC3-19DB-3C9769EC9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D73C0E-B795-CB22-8144-DEBE8E52DE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F83648-CD85-36A6-CD18-E358C1884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B45D-D98F-4A32-A567-4AE2A91459D6}" type="datetimeFigureOut">
              <a:rPr lang="en-US" smtClean="0"/>
              <a:t>4/8/2024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D4FC97-521F-4024-F7E5-F39DC51A0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NL"/>
              <a:t>invoegen-voet-koptekst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AB9FE3-1390-D2E6-7A7F-5DB9A4FD5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737D-49A5-4740-8401-0C4DFF2B9D4A}" type="slidenum">
              <a:rPr lang="nl-NL" smtClean="0"/>
              <a:pPr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21712530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995CC-9A3B-32C7-26FA-7633AA549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0676F7-064C-4F26-1F72-ABFA718DE3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117449-E52C-836C-22C1-A220B80D2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B45D-D98F-4A32-A567-4AE2A91459D6}" type="datetimeFigureOut">
              <a:rPr lang="en-US" smtClean="0"/>
              <a:t>4/8/2024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EDBA3-7981-A147-894E-FBFEBC4E7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NL"/>
              <a:t>invoegen-voet-koptekst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9A01B8-6A5C-FB02-094E-4E81295A2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737D-49A5-4740-8401-0C4DFF2B9D4A}" type="slidenum">
              <a:rPr lang="nl-NL" smtClean="0"/>
              <a:pPr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32955246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D475C-EE23-3178-A543-73FB811C5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98AB17-626A-5333-0A6E-CB12FEA6D1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213F0F-4796-84F5-DBE7-43D61AD83F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76BAF8-6E9E-0047-C4AF-6160F2736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B45D-D98F-4A32-A567-4AE2A91459D6}" type="datetimeFigureOut">
              <a:rPr lang="en-US" smtClean="0"/>
              <a:t>4/8/2024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E037A4-3D45-7E03-AF61-940775F3C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NL"/>
              <a:t>invoegen-voet-koptekst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9FC9BB-0E76-AB74-BDB5-D56968BCE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737D-49A5-4740-8401-0C4DFF2B9D4A}" type="slidenum">
              <a:rPr lang="nl-NL" smtClean="0"/>
              <a:pPr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58083465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1D902-B76B-0D3B-7D8E-EC62DB739B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F87664-4DB7-3A7A-9154-32CA8884A9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BF2F29-D106-938C-7A85-CC58AA8C96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78DE05-771E-EAF7-B5AD-DB62810DDC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CAFE87-8F2D-F296-E5BE-76C0F381E0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7ADE75-237D-46D1-ACCC-056D79866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B45D-D98F-4A32-A567-4AE2A91459D6}" type="datetimeFigureOut">
              <a:rPr lang="en-US" smtClean="0"/>
              <a:t>4/8/2024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50C1E-DB96-C177-6BCD-6837B4579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NL"/>
              <a:t>invoegen-voet-koptekst</a:t>
            </a:r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5317B8-7B96-056C-C7A6-38D4E1FEE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737D-49A5-4740-8401-0C4DFF2B9D4A}" type="slidenum">
              <a:rPr lang="nl-NL" smtClean="0"/>
              <a:pPr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70355661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630FC-7829-8CDA-4A7A-B763E7F01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F884C6-40AE-7A1A-646F-FDB97DF4E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B45D-D98F-4A32-A567-4AE2A91459D6}" type="datetimeFigureOut">
              <a:rPr lang="en-US" smtClean="0"/>
              <a:t>4/8/2024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9C0B22-A8AB-852C-7952-E20D6422F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NL"/>
              <a:t>invoegen-voet-koptekst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21647F-ACAF-E312-C8BB-7F265E5E9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737D-49A5-4740-8401-0C4DFF2B9D4A}" type="slidenum">
              <a:rPr lang="nl-NL" smtClean="0"/>
              <a:pPr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25638354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069462-9FEA-5D88-EE00-E187BAA41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B45D-D98F-4A32-A567-4AE2A91459D6}" type="datetimeFigureOut">
              <a:rPr lang="en-US" smtClean="0"/>
              <a:t>4/8/2024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B7087A-F4BC-7377-70F3-0A571BD7F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NL"/>
              <a:t>invoegen-voet-koptekst</a:t>
            </a:r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4184FF-048E-0634-23CE-F08BC1305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737D-49A5-4740-8401-0C4DFF2B9D4A}" type="slidenum">
              <a:rPr lang="nl-NL" smtClean="0"/>
              <a:pPr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229260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20A2F-4D46-B289-C61D-EBEAFA11E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DF170F-AB91-8E12-212F-57BF043017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91F1DB-E4ED-A226-CC84-D5BC800924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F7C25F-3269-1F4E-CECA-5F2EF4454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B45D-D98F-4A32-A567-4AE2A91459D6}" type="datetimeFigureOut">
              <a:rPr lang="en-US" smtClean="0"/>
              <a:t>4/8/2024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CE8728-A678-4921-52FF-FAC84DAB2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NL"/>
              <a:t>invoegen-voet-koptekst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DF1AA8-97A5-DAD4-C8BC-65BC563F9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737D-49A5-4740-8401-0C4DFF2B9D4A}" type="slidenum">
              <a:rPr lang="nl-NL" smtClean="0"/>
              <a:pPr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1418946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1CA4B-6237-DD8B-3CF0-8F9C6FB90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42D31B-B7BB-010A-4AA4-79370FF579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4D15A3-2F7F-E910-4E49-0319EF17FE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373E74-A348-3972-B8B8-EF901921A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B45D-D98F-4A32-A567-4AE2A91459D6}" type="datetimeFigureOut">
              <a:rPr lang="en-US" smtClean="0"/>
              <a:t>4/8/2024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7FB359-D110-649F-2709-F12065329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NL"/>
              <a:t>invoegen-voet-koptekst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FFDCBB-7F8D-7680-B733-5A4972100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737D-49A5-4740-8401-0C4DFF2B9D4A}" type="slidenum">
              <a:rPr lang="nl-NL" smtClean="0"/>
              <a:pPr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28111399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2EFF2-C20E-F920-8CD9-F976324B3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8FCEA7-24D9-D5DC-C977-3754632062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CC4D3-B485-2A8D-BCF7-F3BAC5F16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B45D-D98F-4A32-A567-4AE2A91459D6}" type="datetimeFigureOut">
              <a:rPr lang="en-US" smtClean="0"/>
              <a:t>4/8/2024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8DB089-D6C5-1314-9322-0562E592B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NL"/>
              <a:t>invoegen-voet-koptekst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757239-F72A-B3B9-4251-D09071CFD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737D-49A5-4740-8401-0C4DFF2B9D4A}" type="slidenum">
              <a:rPr lang="nl-NL" smtClean="0"/>
              <a:pPr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41573855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5FB015-28AB-C2F6-BF24-7B41FC5C45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5C4992-6315-8134-344F-FBC543F690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4BBA65-F8D1-924C-C2F9-7A3F3711A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B45D-D98F-4A32-A567-4AE2A91459D6}" type="datetimeFigureOut">
              <a:rPr lang="en-US" smtClean="0"/>
              <a:t>4/8/2024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9CD2E-031C-46D2-1A49-7115D8930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NL"/>
              <a:t>invoegen-voet-koptekst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7EE953-6330-21D1-00CB-7FC8C8955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737D-49A5-4740-8401-0C4DFF2B9D4A}" type="slidenum">
              <a:rPr lang="nl-NL" smtClean="0"/>
              <a:pPr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92863031"/>
      </p:ext>
    </p:extLst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11FA4E-E385-847C-AE6D-230355D62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BB839E-C7CC-BF9A-55C1-AD77C38C52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F0ABAE-69DA-E883-5ADB-EB9AC96D09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96B45D-D98F-4A32-A567-4AE2A91459D6}" type="datetimeFigureOut">
              <a:rPr lang="en-US" smtClean="0"/>
              <a:t>4/8/2024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02FF5B-BFA7-55B6-6151-5B263570E6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nl-NL"/>
              <a:t>invoegen-voet-koptekst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B7B8DA-67AF-B29B-FC1D-2E06696884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7C737D-49A5-4740-8401-0C4DFF2B9D4A}" type="slidenum">
              <a:rPr lang="nl-NL" smtClean="0"/>
              <a:pPr/>
              <a:t>‹nr.›</a:t>
            </a:fld>
            <a:endParaRPr lang="nl-NL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D8C1A59F-BCA0-79F1-6F87-079182BCC73D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4763"/>
            <a:ext cx="977900" cy="6862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171842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vak 7">
            <a:extLst>
              <a:ext uri="{FF2B5EF4-FFF2-40B4-BE49-F238E27FC236}">
                <a16:creationId xmlns:a16="http://schemas.microsoft.com/office/drawing/2014/main" id="{5ECCA89E-3666-CEB9-DEEF-AE7D0C9A09DE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Jelle van Barneveld</a:t>
            </a:r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BAAD41C4-AB8B-603C-1D5D-873690001E0D}"/>
              </a:ext>
            </a:extLst>
          </p:cNvPr>
          <p:cNvSpPr txBox="1"/>
          <p:nvPr/>
        </p:nvSpPr>
        <p:spPr>
          <a:xfrm>
            <a:off x="1455575" y="0"/>
            <a:ext cx="10391775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0" fontAlgn="base" latinLnBrk="0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  <a:tabLst/>
              <a:defRPr/>
            </a:pPr>
            <a:r>
              <a:rPr lang="nl-NL" sz="3000" b="1">
                <a:solidFill>
                  <a:srgbClr val="829C30"/>
                </a:solidFill>
                <a:latin typeface="Arial"/>
                <a:ea typeface="MS PGothic" charset="0"/>
              </a:rPr>
              <a:t>Clusteringmodellen in (</a:t>
            </a:r>
            <a:r>
              <a:rPr lang="nl-NL" sz="3000" b="1" err="1">
                <a:solidFill>
                  <a:srgbClr val="829C30"/>
                </a:solidFill>
                <a:latin typeface="Arial"/>
                <a:ea typeface="MS PGothic" charset="0"/>
              </a:rPr>
              <a:t>unsupervised</a:t>
            </a:r>
            <a:r>
              <a:rPr lang="nl-NL" sz="3000" b="1">
                <a:solidFill>
                  <a:srgbClr val="829C30"/>
                </a:solidFill>
                <a:latin typeface="Arial"/>
                <a:ea typeface="MS PGothic" charset="0"/>
              </a:rPr>
              <a:t>) Machine Learning</a:t>
            </a:r>
            <a:endParaRPr kumimoji="0" lang="en-US" sz="3000" b="1" i="0" u="none" strike="noStrike" kern="1200" cap="none" spc="0" normalizeH="0" baseline="0" noProof="0">
              <a:ln>
                <a:noFill/>
              </a:ln>
              <a:solidFill>
                <a:srgbClr val="829C30"/>
              </a:solidFill>
              <a:effectLst/>
              <a:uLnTx/>
              <a:uFillTx/>
              <a:latin typeface="Arial"/>
              <a:ea typeface="MS PGothic" charset="0"/>
              <a:cs typeface="+mn-cs"/>
            </a:endParaRPr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BB5CCCA6-8199-DE45-191D-56DB29787A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1471" y="965235"/>
            <a:ext cx="6054645" cy="5548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08016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C8836E-6531-B080-70A6-CD4B29887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01364" y="6381345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87C737D-49A5-4740-8401-0C4DFF2B9D4A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nl-NL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7CD2F944-88DB-C3A7-45F7-E30B87964246}"/>
              </a:ext>
            </a:extLst>
          </p:cNvPr>
          <p:cNvSpPr txBox="1"/>
          <p:nvPr/>
        </p:nvSpPr>
        <p:spPr>
          <a:xfrm>
            <a:off x="3255649" y="0"/>
            <a:ext cx="6493163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0" fontAlgn="base" latinLnBrk="0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Na </a:t>
            </a:r>
            <a:r>
              <a:rPr kumimoji="0" lang="en-US" sz="3000" b="1" i="0" u="none" strike="noStrike" kern="1200" cap="none" spc="0" normalizeH="0" baseline="0" noProof="0" err="1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vandaag</a:t>
            </a:r>
            <a:r>
              <a:rPr kumimoji="0" lang="en-US" sz="3000" b="1" i="0" u="none" strike="noStrike" kern="1200" cap="none" spc="0" normalizeH="0" baseline="0" noProof="0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…</a:t>
            </a:r>
          </a:p>
        </p:txBody>
      </p:sp>
      <p:sp>
        <p:nvSpPr>
          <p:cNvPr id="7" name="Tekstvak 7">
            <a:extLst>
              <a:ext uri="{FF2B5EF4-FFF2-40B4-BE49-F238E27FC236}">
                <a16:creationId xmlns:a16="http://schemas.microsoft.com/office/drawing/2014/main" id="{44D485DA-CE64-C41D-89EA-EE617D435320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Jelle van Barneveld</a:t>
            </a:r>
          </a:p>
        </p:txBody>
      </p:sp>
      <p:pic>
        <p:nvPicPr>
          <p:cNvPr id="1026" name="Picture 2" descr="Venn Diagram | DHH Resources for Teachers | UMN">
            <a:extLst>
              <a:ext uri="{FF2B5EF4-FFF2-40B4-BE49-F238E27FC236}">
                <a16:creationId xmlns:a16="http://schemas.microsoft.com/office/drawing/2014/main" id="{7ED165F3-95C7-4DFE-96C3-50E651F0EA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863" y="1025768"/>
            <a:ext cx="11101137" cy="5894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F490D3E-EF89-C010-3F4B-F601B3E08A37}"/>
              </a:ext>
            </a:extLst>
          </p:cNvPr>
          <p:cNvSpPr txBox="1"/>
          <p:nvPr/>
        </p:nvSpPr>
        <p:spPr>
          <a:xfrm>
            <a:off x="3576418" y="683609"/>
            <a:ext cx="12941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Weet je…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D0EF7E7-CD2F-7741-9C29-123FB8D93DDC}"/>
              </a:ext>
            </a:extLst>
          </p:cNvPr>
          <p:cNvSpPr txBox="1"/>
          <p:nvPr/>
        </p:nvSpPr>
        <p:spPr>
          <a:xfrm>
            <a:off x="8107256" y="703521"/>
            <a:ext cx="11312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Kan je…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00320AE-CE57-9D64-F411-B113070D2BCC}"/>
              </a:ext>
            </a:extLst>
          </p:cNvPr>
          <p:cNvSpPr txBox="1"/>
          <p:nvPr/>
        </p:nvSpPr>
        <p:spPr>
          <a:xfrm>
            <a:off x="5808945" y="2475078"/>
            <a:ext cx="13680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HC + practicum</a:t>
            </a:r>
          </a:p>
        </p:txBody>
      </p:sp>
      <p:pic>
        <p:nvPicPr>
          <p:cNvPr id="1030" name="Picture 6" descr="Smile Emoji Happy - Free vector graphic on Pixabay">
            <a:extLst>
              <a:ext uri="{FF2B5EF4-FFF2-40B4-BE49-F238E27FC236}">
                <a16:creationId xmlns:a16="http://schemas.microsoft.com/office/drawing/2014/main" id="{A359608D-0FAD-B299-A99E-0045AC944A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1540" y="3275345"/>
            <a:ext cx="1523028" cy="1523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8F0621E4-74F4-FAC7-0E0A-2A8DDEB96310}"/>
              </a:ext>
            </a:extLst>
          </p:cNvPr>
          <p:cNvSpPr txBox="1"/>
          <p:nvPr/>
        </p:nvSpPr>
        <p:spPr>
          <a:xfrm>
            <a:off x="7611128" y="2263806"/>
            <a:ext cx="34294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Een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k-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meansclustermodel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maken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13343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TextBox 16">
            <a:extLst>
              <a:ext uri="{FF2B5EF4-FFF2-40B4-BE49-F238E27FC236}">
                <a16:creationId xmlns:a16="http://schemas.microsoft.com/office/drawing/2014/main" id="{AB055838-C7ED-88C2-08DF-B247E02AFBB8}"/>
              </a:ext>
            </a:extLst>
          </p:cNvPr>
          <p:cNvSpPr txBox="1"/>
          <p:nvPr/>
        </p:nvSpPr>
        <p:spPr>
          <a:xfrm>
            <a:off x="2760918" y="1525142"/>
            <a:ext cx="33350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Wat het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precieze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verschil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is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tussen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classificatie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en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clustering</a:t>
            </a:r>
          </a:p>
        </p:txBody>
      </p:sp>
      <p:sp>
        <p:nvSpPr>
          <p:cNvPr id="3" name="TextBox 16">
            <a:extLst>
              <a:ext uri="{FF2B5EF4-FFF2-40B4-BE49-F238E27FC236}">
                <a16:creationId xmlns:a16="http://schemas.microsoft.com/office/drawing/2014/main" id="{ACAFD4D3-153E-2D44-23BC-6692F109A000}"/>
              </a:ext>
            </a:extLst>
          </p:cNvPr>
          <p:cNvSpPr txBox="1"/>
          <p:nvPr/>
        </p:nvSpPr>
        <p:spPr>
          <a:xfrm>
            <a:off x="1672846" y="2851123"/>
            <a:ext cx="35541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Wat de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voor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-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en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nadelen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van clustering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zijn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t.o.v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classificatie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en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andersom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13343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TextBox 16">
            <a:extLst>
              <a:ext uri="{FF2B5EF4-FFF2-40B4-BE49-F238E27FC236}">
                <a16:creationId xmlns:a16="http://schemas.microsoft.com/office/drawing/2014/main" id="{C912A17B-CAD0-8AC8-BE8E-931C24BE2B01}"/>
              </a:ext>
            </a:extLst>
          </p:cNvPr>
          <p:cNvSpPr txBox="1"/>
          <p:nvPr/>
        </p:nvSpPr>
        <p:spPr>
          <a:xfrm>
            <a:off x="1672846" y="4332162"/>
            <a:ext cx="35541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Welke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verschillende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clustermethoden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er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zijn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13343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TextBox 16">
            <a:extLst>
              <a:ext uri="{FF2B5EF4-FFF2-40B4-BE49-F238E27FC236}">
                <a16:creationId xmlns:a16="http://schemas.microsoft.com/office/drawing/2014/main" id="{03AB0EDA-8F72-8C06-2850-BA7A94BF0647}"/>
              </a:ext>
            </a:extLst>
          </p:cNvPr>
          <p:cNvSpPr txBox="1"/>
          <p:nvPr/>
        </p:nvSpPr>
        <p:spPr>
          <a:xfrm>
            <a:off x="2760918" y="5579094"/>
            <a:ext cx="35541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Welke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stappen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een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k-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meansclustermodel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volgt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</p:txBody>
      </p:sp>
      <p:sp>
        <p:nvSpPr>
          <p:cNvPr id="9" name="TextBox 18">
            <a:extLst>
              <a:ext uri="{FF2B5EF4-FFF2-40B4-BE49-F238E27FC236}">
                <a16:creationId xmlns:a16="http://schemas.microsoft.com/office/drawing/2014/main" id="{94413807-1407-1331-7D91-DF38D7423682}"/>
              </a:ext>
            </a:extLst>
          </p:cNvPr>
          <p:cNvSpPr txBox="1"/>
          <p:nvPr/>
        </p:nvSpPr>
        <p:spPr>
          <a:xfrm>
            <a:off x="7716359" y="4835227"/>
            <a:ext cx="34294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De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juiste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k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bepalen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door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middel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van het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berekenen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van de </a:t>
            </a: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inter-</a:t>
            </a:r>
            <a:r>
              <a:rPr kumimoji="0" lang="en-US" sz="180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i="0" u="none" strike="noStrike" kern="1200" cap="none" spc="0" normalizeH="0" baseline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en</a:t>
            </a:r>
            <a:r>
              <a:rPr kumimoji="0" lang="en-US" sz="180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1" i="0" u="none" strike="noStrike" kern="1200" cap="none" spc="0" normalizeH="0" baseline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intra</a:t>
            </a:r>
            <a:r>
              <a:rPr kumimoji="0" lang="en-US" sz="1800" i="0" u="none" strike="noStrike" kern="1200" cap="none" spc="0" normalizeH="0" baseline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clusterafstand</a:t>
            </a:r>
            <a:r>
              <a:rPr kumimoji="0" lang="en-US" sz="180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213343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274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8" grpId="0"/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kstvak 7">
            <a:extLst>
              <a:ext uri="{FF2B5EF4-FFF2-40B4-BE49-F238E27FC236}">
                <a16:creationId xmlns:a16="http://schemas.microsoft.com/office/drawing/2014/main" id="{44D485DA-CE64-C41D-89EA-EE617D435320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800">
                <a:solidFill>
                  <a:schemeClr val="bg1"/>
                </a:solidFill>
                <a:latin typeface="+mn-lt"/>
              </a:rPr>
              <a:t>Jelle van Barneveld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42711C9-B8C6-980A-6A8E-B70FC6573C7F}"/>
              </a:ext>
            </a:extLst>
          </p:cNvPr>
          <p:cNvSpPr txBox="1"/>
          <p:nvPr/>
        </p:nvSpPr>
        <p:spPr>
          <a:xfrm>
            <a:off x="2531828" y="-990"/>
            <a:ext cx="8636105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</a:pPr>
            <a:r>
              <a:rPr lang="en-US" sz="3000" b="1" err="1">
                <a:solidFill>
                  <a:srgbClr val="829C30"/>
                </a:solidFill>
                <a:latin typeface="Arial"/>
                <a:ea typeface="MS PGothic" charset="0"/>
              </a:rPr>
              <a:t>Classificatie</a:t>
            </a:r>
            <a:r>
              <a:rPr lang="en-US" sz="3000" b="1">
                <a:solidFill>
                  <a:srgbClr val="829C30"/>
                </a:solidFill>
                <a:latin typeface="Arial"/>
                <a:ea typeface="MS PGothic" charset="0"/>
              </a:rPr>
              <a:t> vs. Clustering</a:t>
            </a:r>
          </a:p>
        </p:txBody>
      </p:sp>
      <p:cxnSp>
        <p:nvCxnSpPr>
          <p:cNvPr id="3" name="Straight Connector 10">
            <a:extLst>
              <a:ext uri="{FF2B5EF4-FFF2-40B4-BE49-F238E27FC236}">
                <a16:creationId xmlns:a16="http://schemas.microsoft.com/office/drawing/2014/main" id="{6D403D28-38E6-E976-8636-3F973FB2541F}"/>
              </a:ext>
            </a:extLst>
          </p:cNvPr>
          <p:cNvCxnSpPr>
            <a:cxnSpLocks/>
          </p:cNvCxnSpPr>
          <p:nvPr/>
        </p:nvCxnSpPr>
        <p:spPr>
          <a:xfrm>
            <a:off x="962065" y="812800"/>
            <a:ext cx="11203710" cy="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10">
            <a:extLst>
              <a:ext uri="{FF2B5EF4-FFF2-40B4-BE49-F238E27FC236}">
                <a16:creationId xmlns:a16="http://schemas.microsoft.com/office/drawing/2014/main" id="{A6EBBAAF-064A-A99B-AEE5-4D6114FC22DD}"/>
              </a:ext>
            </a:extLst>
          </p:cNvPr>
          <p:cNvCxnSpPr>
            <a:cxnSpLocks/>
          </p:cNvCxnSpPr>
          <p:nvPr/>
        </p:nvCxnSpPr>
        <p:spPr>
          <a:xfrm flipV="1">
            <a:off x="6590145" y="812800"/>
            <a:ext cx="0" cy="604520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">
            <a:extLst>
              <a:ext uri="{FF2B5EF4-FFF2-40B4-BE49-F238E27FC236}">
                <a16:creationId xmlns:a16="http://schemas.microsoft.com/office/drawing/2014/main" id="{00251B71-3E87-E159-84CA-8CBA38F29A15}"/>
              </a:ext>
            </a:extLst>
          </p:cNvPr>
          <p:cNvSpPr txBox="1"/>
          <p:nvPr/>
        </p:nvSpPr>
        <p:spPr>
          <a:xfrm>
            <a:off x="1850701" y="837429"/>
            <a:ext cx="36490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0" i="0" u="none" strike="noStrike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Classificatie</a:t>
            </a:r>
            <a:endParaRPr lang="nl-NL" sz="2000"/>
          </a:p>
        </p:txBody>
      </p:sp>
      <p:sp>
        <p:nvSpPr>
          <p:cNvPr id="19" name="TextBox 1">
            <a:extLst>
              <a:ext uri="{FF2B5EF4-FFF2-40B4-BE49-F238E27FC236}">
                <a16:creationId xmlns:a16="http://schemas.microsoft.com/office/drawing/2014/main" id="{915C875B-B26A-2F79-6FBB-4D96A68FF464}"/>
              </a:ext>
            </a:extLst>
          </p:cNvPr>
          <p:cNvSpPr txBox="1"/>
          <p:nvPr/>
        </p:nvSpPr>
        <p:spPr>
          <a:xfrm>
            <a:off x="8344530" y="879137"/>
            <a:ext cx="28234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>
                <a:solidFill>
                  <a:srgbClr val="000000"/>
                </a:solidFill>
                <a:latin typeface="Arial" panose="020B0604020202020204" pitchFamily="34" charset="0"/>
              </a:rPr>
              <a:t>Clustering</a:t>
            </a:r>
            <a:endParaRPr lang="nl-NL" sz="2000"/>
          </a:p>
        </p:txBody>
      </p:sp>
      <p:sp>
        <p:nvSpPr>
          <p:cNvPr id="25" name="TextBox 1">
            <a:extLst>
              <a:ext uri="{FF2B5EF4-FFF2-40B4-BE49-F238E27FC236}">
                <a16:creationId xmlns:a16="http://schemas.microsoft.com/office/drawing/2014/main" id="{E1920202-5C03-4241-6763-D8DAA9CFD28F}"/>
              </a:ext>
            </a:extLst>
          </p:cNvPr>
          <p:cNvSpPr txBox="1"/>
          <p:nvPr/>
        </p:nvSpPr>
        <p:spPr>
          <a:xfrm>
            <a:off x="6676110" y="5420406"/>
            <a:ext cx="552270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i="1" dirty="0"/>
              <a:t>Clustering</a:t>
            </a:r>
            <a:r>
              <a:rPr lang="nl-NL" dirty="0"/>
              <a:t> is het vinden / bepalen van klassen in data.</a:t>
            </a:r>
          </a:p>
          <a:p>
            <a:pPr algn="ctr"/>
            <a:endParaRPr lang="nl-NL" dirty="0"/>
          </a:p>
          <a:p>
            <a:pPr algn="ctr"/>
            <a:r>
              <a:rPr lang="nl-NL" dirty="0"/>
              <a:t>De klassen zijn hier dus nog onbekend en we willen dat ons model deze zelf gaat vinden/maken, </a:t>
            </a:r>
            <a:r>
              <a:rPr lang="nl-NL" i="1" dirty="0"/>
              <a:t>zonder menselijke input door enkel het algoritme.</a:t>
            </a:r>
            <a:endParaRPr lang="nl-NL" dirty="0"/>
          </a:p>
        </p:txBody>
      </p:sp>
      <p:sp>
        <p:nvSpPr>
          <p:cNvPr id="30" name="TextBox 1">
            <a:extLst>
              <a:ext uri="{FF2B5EF4-FFF2-40B4-BE49-F238E27FC236}">
                <a16:creationId xmlns:a16="http://schemas.microsoft.com/office/drawing/2014/main" id="{03538475-B948-35F0-1013-3761103667FE}"/>
              </a:ext>
            </a:extLst>
          </p:cNvPr>
          <p:cNvSpPr txBox="1"/>
          <p:nvPr/>
        </p:nvSpPr>
        <p:spPr>
          <a:xfrm>
            <a:off x="1220580" y="5420406"/>
            <a:ext cx="528360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i="1"/>
              <a:t>Classificatie</a:t>
            </a:r>
            <a:r>
              <a:rPr lang="nl-NL"/>
              <a:t> is het onderbrengen van een </a:t>
            </a:r>
            <a:r>
              <a:rPr lang="nl-NL" i="1"/>
              <a:t>praktijksituatie</a:t>
            </a:r>
            <a:r>
              <a:rPr lang="nl-NL"/>
              <a:t> / </a:t>
            </a:r>
            <a:r>
              <a:rPr lang="nl-NL" i="1"/>
              <a:t>individu</a:t>
            </a:r>
            <a:r>
              <a:rPr lang="nl-NL"/>
              <a:t> in een bepaalde </a:t>
            </a:r>
            <a:r>
              <a:rPr lang="nl-NL" i="1"/>
              <a:t>klasse</a:t>
            </a:r>
          </a:p>
          <a:p>
            <a:pPr algn="ctr"/>
            <a:endParaRPr lang="nl-NL" i="1"/>
          </a:p>
          <a:p>
            <a:pPr algn="ctr"/>
            <a:r>
              <a:rPr lang="nl-NL"/>
              <a:t>De klassen zijn hier dus al bekend en we willen dat het model per datapunt op dezelfde klasse uitkomt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0F6FF005-A44B-88E1-E130-F87A83CB07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074" y="1279247"/>
            <a:ext cx="5166066" cy="3902353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11AD0E5B-25BD-E70A-82F6-6CC2EC3C44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9926" y="1237539"/>
            <a:ext cx="5166065" cy="3902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805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2">
            <a:extLst>
              <a:ext uri="{FF2B5EF4-FFF2-40B4-BE49-F238E27FC236}">
                <a16:creationId xmlns:a16="http://schemas.microsoft.com/office/drawing/2014/main" id="{A91F9227-C1F1-C5F7-5087-87D99F9FB606}"/>
              </a:ext>
            </a:extLst>
          </p:cNvPr>
          <p:cNvSpPr txBox="1">
            <a:spLocks noChangeArrowheads="1"/>
          </p:cNvSpPr>
          <p:nvPr/>
        </p:nvSpPr>
        <p:spPr>
          <a:xfrm>
            <a:off x="1059256" y="252388"/>
            <a:ext cx="11132744" cy="428835"/>
          </a:xfrm>
          <a:prstGeom prst="rect">
            <a:avLst/>
          </a:prstGeom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064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0" lang="nl-NL" sz="2800" b="1" i="0" u="none" strike="noStrike" kern="0" cap="none" spc="0" normalizeH="0" baseline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err="1">
                <a:ln>
                  <a:noFill/>
                </a:ln>
                <a:solidFill>
                  <a:srgbClr val="9EA700"/>
                </a:solidFill>
                <a:effectLst/>
                <a:uLnTx/>
                <a:uFillTx/>
                <a:latin typeface="Arial Black"/>
                <a:ea typeface="+mj-ea"/>
                <a:cs typeface="+mj-cs"/>
                <a:sym typeface="Copperplate" charset="0"/>
              </a:rPr>
              <a:t>Voor</a:t>
            </a:r>
            <a:r>
              <a:rPr kumimoji="0" lang="en-US" sz="2800" b="1" i="0" u="none" strike="noStrike" kern="0" cap="none" spc="0" normalizeH="0" baseline="0" noProof="0">
                <a:ln>
                  <a:noFill/>
                </a:ln>
                <a:solidFill>
                  <a:srgbClr val="9EA700"/>
                </a:solidFill>
                <a:effectLst/>
                <a:uLnTx/>
                <a:uFillTx/>
                <a:latin typeface="Arial Black"/>
                <a:ea typeface="+mj-ea"/>
                <a:cs typeface="+mj-cs"/>
                <a:sym typeface="Copperplate" charset="0"/>
              </a:rPr>
              <a:t>-/</a:t>
            </a:r>
            <a:r>
              <a:rPr kumimoji="0" lang="en-US" sz="2800" b="1" i="0" u="none" strike="noStrike" kern="0" cap="none" spc="0" normalizeH="0" baseline="0" noProof="0" err="1">
                <a:ln>
                  <a:noFill/>
                </a:ln>
                <a:solidFill>
                  <a:srgbClr val="9EA700"/>
                </a:solidFill>
                <a:effectLst/>
                <a:uLnTx/>
                <a:uFillTx/>
                <a:latin typeface="Arial Black"/>
                <a:ea typeface="+mj-ea"/>
                <a:cs typeface="+mj-cs"/>
                <a:sym typeface="Copperplate" charset="0"/>
              </a:rPr>
              <a:t>nadeel</a:t>
            </a:r>
            <a:r>
              <a:rPr kumimoji="0" lang="en-US" sz="2800" b="1" i="0" u="none" strike="noStrike" kern="0" cap="none" spc="0" normalizeH="0" baseline="0" noProof="0">
                <a:ln>
                  <a:noFill/>
                </a:ln>
                <a:solidFill>
                  <a:srgbClr val="9EA700"/>
                </a:solidFill>
                <a:effectLst/>
                <a:uLnTx/>
                <a:uFillTx/>
                <a:latin typeface="Arial Black"/>
                <a:ea typeface="+mj-ea"/>
                <a:cs typeface="+mj-cs"/>
                <a:sym typeface="Copperplate" charset="0"/>
              </a:rPr>
              <a:t> van clustering </a:t>
            </a:r>
            <a:r>
              <a:rPr kumimoji="0" lang="en-US" sz="2800" b="1" i="0" u="none" strike="noStrike" kern="0" cap="none" spc="0" normalizeH="0" baseline="0" noProof="0" err="1">
                <a:ln>
                  <a:noFill/>
                </a:ln>
                <a:solidFill>
                  <a:srgbClr val="9EA700"/>
                </a:solidFill>
                <a:effectLst/>
                <a:uLnTx/>
                <a:uFillTx/>
                <a:latin typeface="Arial Black"/>
                <a:ea typeface="+mj-ea"/>
                <a:cs typeface="+mj-cs"/>
                <a:sym typeface="Copperplate" charset="0"/>
              </a:rPr>
              <a:t>t.o.v</a:t>
            </a:r>
            <a:r>
              <a:rPr kumimoji="0" lang="en-US" sz="2800" b="1" i="0" u="none" strike="noStrike" kern="0" cap="none" spc="0" normalizeH="0" baseline="0" noProof="0">
                <a:ln>
                  <a:noFill/>
                </a:ln>
                <a:solidFill>
                  <a:srgbClr val="9EA700"/>
                </a:solidFill>
                <a:effectLst/>
                <a:uLnTx/>
                <a:uFillTx/>
                <a:latin typeface="Arial Black"/>
                <a:ea typeface="+mj-ea"/>
                <a:cs typeface="+mj-cs"/>
                <a:sym typeface="Copperplate" charset="0"/>
              </a:rPr>
              <a:t>. </a:t>
            </a:r>
            <a:r>
              <a:rPr kumimoji="0" lang="en-US" sz="2800" b="1" i="0" u="none" strike="noStrike" kern="0" cap="none" spc="0" normalizeH="0" baseline="0" noProof="0" err="1">
                <a:ln>
                  <a:noFill/>
                </a:ln>
                <a:solidFill>
                  <a:srgbClr val="9EA700"/>
                </a:solidFill>
                <a:effectLst/>
                <a:uLnTx/>
                <a:uFillTx/>
                <a:latin typeface="Arial Black"/>
                <a:ea typeface="+mj-ea"/>
                <a:cs typeface="+mj-cs"/>
                <a:sym typeface="Copperplate" charset="0"/>
              </a:rPr>
              <a:t>classificatie</a:t>
            </a:r>
            <a:endParaRPr kumimoji="0" lang="en-US" sz="2800" b="1" i="0" u="none" strike="noStrike" kern="0" cap="none" spc="0" normalizeH="0" baseline="0" noProof="0">
              <a:ln>
                <a:noFill/>
              </a:ln>
              <a:solidFill>
                <a:srgbClr val="9EA700"/>
              </a:solidFill>
              <a:effectLst/>
              <a:uLnTx/>
              <a:uFillTx/>
              <a:latin typeface="Arial Black"/>
              <a:ea typeface="+mj-ea"/>
              <a:cs typeface="+mj-cs"/>
              <a:sym typeface="Copperplate" charset="0"/>
            </a:endParaRPr>
          </a:p>
        </p:txBody>
      </p:sp>
      <p:sp>
        <p:nvSpPr>
          <p:cNvPr id="13" name="Tekstvak 7">
            <a:extLst>
              <a:ext uri="{FF2B5EF4-FFF2-40B4-BE49-F238E27FC236}">
                <a16:creationId xmlns:a16="http://schemas.microsoft.com/office/drawing/2014/main" id="{EB8E8095-0479-45D8-586C-2560E473D4CA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800">
                <a:solidFill>
                  <a:schemeClr val="bg1"/>
                </a:solidFill>
                <a:latin typeface="+mn-lt"/>
              </a:rPr>
              <a:t>Jelle van Barneveld</a:t>
            </a:r>
          </a:p>
        </p:txBody>
      </p:sp>
      <p:graphicFrame>
        <p:nvGraphicFramePr>
          <p:cNvPr id="3" name="Tabel 2">
            <a:extLst>
              <a:ext uri="{FF2B5EF4-FFF2-40B4-BE49-F238E27FC236}">
                <a16:creationId xmlns:a16="http://schemas.microsoft.com/office/drawing/2014/main" id="{03289C03-D50C-C5B4-E4B6-DFDAB46F30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5819803"/>
              </p:ext>
            </p:extLst>
          </p:nvPr>
        </p:nvGraphicFramePr>
        <p:xfrm>
          <a:off x="1958582" y="1956620"/>
          <a:ext cx="9334092" cy="32115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1364">
                  <a:extLst>
                    <a:ext uri="{9D8B030D-6E8A-4147-A177-3AD203B41FA5}">
                      <a16:colId xmlns:a16="http://schemas.microsoft.com/office/drawing/2014/main" val="100850837"/>
                    </a:ext>
                  </a:extLst>
                </a:gridCol>
                <a:gridCol w="3111364">
                  <a:extLst>
                    <a:ext uri="{9D8B030D-6E8A-4147-A177-3AD203B41FA5}">
                      <a16:colId xmlns:a16="http://schemas.microsoft.com/office/drawing/2014/main" val="1514556312"/>
                    </a:ext>
                  </a:extLst>
                </a:gridCol>
                <a:gridCol w="3111364">
                  <a:extLst>
                    <a:ext uri="{9D8B030D-6E8A-4147-A177-3AD203B41FA5}">
                      <a16:colId xmlns:a16="http://schemas.microsoft.com/office/drawing/2014/main" val="450480425"/>
                    </a:ext>
                  </a:extLst>
                </a:gridCol>
              </a:tblGrid>
              <a:tr h="481005">
                <a:tc>
                  <a:txBody>
                    <a:bodyPr/>
                    <a:lstStyle/>
                    <a:p>
                      <a:endParaRPr lang="nl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b="1"/>
                        <a:t>Clustering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/>
                        <a:t>Classificatie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8330771"/>
                  </a:ext>
                </a:extLst>
              </a:tr>
              <a:tr h="1133297">
                <a:tc>
                  <a:txBody>
                    <a:bodyPr/>
                    <a:lstStyle/>
                    <a:p>
                      <a:pPr algn="ctr"/>
                      <a:r>
                        <a:rPr lang="nl-NL"/>
                        <a:t>Voordeel t.o.v. de ander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NL"/>
                        <a:t>Creatief: het model vormt clusters die wij als mens moeilijk zouden kunnen bedenken.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NL"/>
                        <a:t>Resultaten makkelijk meetbaar: je weet immers de juiste klasse al en kan die vergelijken met de voorspelde klasse.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4716620"/>
                  </a:ext>
                </a:extLst>
              </a:tr>
              <a:tr h="1541853">
                <a:tc>
                  <a:txBody>
                    <a:bodyPr/>
                    <a:lstStyle/>
                    <a:p>
                      <a:pPr algn="ctr"/>
                      <a:r>
                        <a:rPr lang="nl-NL"/>
                        <a:t>Nadeel t.o.v. de ander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NL"/>
                        <a:t>De gevormde clusters kunnen toevallig en niet op waarheid gebaseerd zijn: “horen datapunten A en B wel écht bij elkaar?”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NL"/>
                        <a:t>Niet creatief: er worden alleen waarden van afhankelijke variabelen voorspeld die al bestaan.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64260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96871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2">
            <a:extLst>
              <a:ext uri="{FF2B5EF4-FFF2-40B4-BE49-F238E27FC236}">
                <a16:creationId xmlns:a16="http://schemas.microsoft.com/office/drawing/2014/main" id="{A91F9227-C1F1-C5F7-5087-87D99F9FB606}"/>
              </a:ext>
            </a:extLst>
          </p:cNvPr>
          <p:cNvSpPr txBox="1">
            <a:spLocks noChangeArrowheads="1"/>
          </p:cNvSpPr>
          <p:nvPr/>
        </p:nvSpPr>
        <p:spPr>
          <a:xfrm>
            <a:off x="1059256" y="252388"/>
            <a:ext cx="11132744" cy="428835"/>
          </a:xfrm>
          <a:prstGeom prst="rect">
            <a:avLst/>
          </a:prstGeom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064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0" lang="nl-NL" sz="2800" b="1" i="0" u="none" strike="noStrike" kern="0" cap="none" spc="0" normalizeH="0" baseline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err="1">
                <a:ln>
                  <a:noFill/>
                </a:ln>
                <a:solidFill>
                  <a:srgbClr val="9EA700"/>
                </a:solidFill>
                <a:effectLst/>
                <a:uLnTx/>
                <a:uFillTx/>
                <a:latin typeface="Arial Black"/>
                <a:ea typeface="+mj-ea"/>
                <a:cs typeface="+mj-cs"/>
                <a:sym typeface="Copperplate" charset="0"/>
              </a:rPr>
              <a:t>Toepassingen</a:t>
            </a:r>
            <a:r>
              <a:rPr kumimoji="0" lang="en-US" sz="2800" b="1" i="0" u="none" strike="noStrike" kern="0" cap="none" spc="0" normalizeH="0" baseline="0" noProof="0">
                <a:ln>
                  <a:noFill/>
                </a:ln>
                <a:solidFill>
                  <a:srgbClr val="9EA700"/>
                </a:solidFill>
                <a:effectLst/>
                <a:uLnTx/>
                <a:uFillTx/>
                <a:latin typeface="Arial Black"/>
                <a:ea typeface="+mj-ea"/>
                <a:cs typeface="+mj-cs"/>
                <a:sym typeface="Copperplate" charset="0"/>
              </a:rPr>
              <a:t> van clustering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A2DBC67B-41D4-6F14-4AF8-DD8AB04E619A}"/>
              </a:ext>
            </a:extLst>
          </p:cNvPr>
          <p:cNvSpPr txBox="1">
            <a:spLocks noChangeArrowheads="1"/>
          </p:cNvSpPr>
          <p:nvPr/>
        </p:nvSpPr>
        <p:spPr>
          <a:xfrm>
            <a:off x="1290456" y="1393323"/>
            <a:ext cx="5184228" cy="3985854"/>
          </a:xfrm>
          <a:prstGeom prst="rect">
            <a:avLst/>
          </a:prstGeom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536575" indent="-263525" algn="l" defTabSz="914400" rtl="0" eaLnBrk="1" latinLnBrk="0" hangingPunct="1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Font typeface="Calibri" panose="020F0502020204030204" pitchFamily="34" charset="0"/>
              <a:buChar char="−"/>
              <a:defRPr sz="20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809625" indent="-273050" algn="l" defTabSz="914400" rtl="0" eaLnBrk="1" latinLnBrk="0" hangingPunct="1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Font typeface="Calibri" panose="020F0502020204030204" pitchFamily="34" charset="0"/>
              <a:buChar char="−"/>
              <a:defRPr sz="20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073150" indent="-263525" algn="l" defTabSz="914400" rtl="0" eaLnBrk="1" latinLnBrk="0" hangingPunct="1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Font typeface="Calibri" panose="020F0502020204030204" pitchFamily="34" charset="0"/>
              <a:buChar char="−"/>
              <a:defRPr sz="20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344613" indent="-271463" algn="l" defTabSz="914400" rtl="0" eaLnBrk="1" latinLnBrk="0" hangingPunct="1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Font typeface="Calibri" panose="020F0502020204030204" pitchFamily="34" charset="0"/>
              <a:buChar char="−"/>
              <a:defRPr sz="20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5900" indent="0">
              <a:lnSpc>
                <a:spcPct val="110000"/>
              </a:lnSpc>
              <a:buSzPct val="69000"/>
              <a:buNone/>
              <a:defRPr/>
            </a:pPr>
            <a:r>
              <a:rPr lang="nl-NL">
                <a:solidFill>
                  <a:srgbClr val="000000"/>
                </a:solidFill>
                <a:cs typeface="+mn-cs"/>
                <a:sym typeface="Palatino" charset="0"/>
              </a:rPr>
              <a:t>Overal waar labels / klassen onbekend, onzeker of te duur zijn.</a:t>
            </a:r>
          </a:p>
          <a:p>
            <a:pPr marL="558800" indent="-342900">
              <a:lnSpc>
                <a:spcPct val="110000"/>
              </a:lnSpc>
              <a:buSzPct val="69000"/>
              <a:defRPr/>
            </a:pPr>
            <a:r>
              <a:rPr lang="nl-NL" b="1">
                <a:solidFill>
                  <a:srgbClr val="000000"/>
                </a:solidFill>
                <a:sym typeface="Palatino Bold" charset="0"/>
              </a:rPr>
              <a:t>Marketing</a:t>
            </a:r>
            <a:r>
              <a:rPr lang="nl-NL">
                <a:solidFill>
                  <a:srgbClr val="000000"/>
                </a:solidFill>
                <a:sym typeface="Palatino Bold" charset="0"/>
              </a:rPr>
              <a:t>:</a:t>
            </a:r>
            <a:r>
              <a:rPr lang="nl-NL">
                <a:solidFill>
                  <a:srgbClr val="000000"/>
                </a:solidFill>
                <a:sym typeface="Palatino" charset="0"/>
              </a:rPr>
              <a:t> groepen van zelfde soort klanten</a:t>
            </a:r>
          </a:p>
          <a:p>
            <a:pPr marL="558800" indent="-342900">
              <a:lnSpc>
                <a:spcPct val="110000"/>
              </a:lnSpc>
              <a:buSzPct val="69000"/>
              <a:defRPr/>
            </a:pPr>
            <a:r>
              <a:rPr lang="nl-NL" b="1">
                <a:solidFill>
                  <a:srgbClr val="000000"/>
                </a:solidFill>
                <a:sym typeface="Palatino Bold" charset="0"/>
              </a:rPr>
              <a:t>Sterrenkunde</a:t>
            </a:r>
            <a:r>
              <a:rPr lang="nl-NL">
                <a:solidFill>
                  <a:srgbClr val="000000"/>
                </a:solidFill>
                <a:sym typeface="Palatino Bold" charset="0"/>
              </a:rPr>
              <a:t>: </a:t>
            </a:r>
            <a:r>
              <a:rPr lang="nl-NL">
                <a:solidFill>
                  <a:srgbClr val="000000"/>
                </a:solidFill>
                <a:sym typeface="Palatino" charset="0"/>
              </a:rPr>
              <a:t>groepen van zelfde soort sterren / zonnestelsels</a:t>
            </a:r>
          </a:p>
          <a:p>
            <a:pPr marL="558800" indent="-342900">
              <a:lnSpc>
                <a:spcPct val="110000"/>
              </a:lnSpc>
              <a:buSzPct val="69000"/>
              <a:defRPr/>
            </a:pPr>
            <a:r>
              <a:rPr lang="nl-NL" b="1">
                <a:solidFill>
                  <a:srgbClr val="000000"/>
                </a:solidFill>
                <a:sym typeface="Palatino Bold" charset="0"/>
              </a:rPr>
              <a:t>DNA onderzoek</a:t>
            </a:r>
            <a:r>
              <a:rPr lang="nl-NL">
                <a:solidFill>
                  <a:srgbClr val="000000"/>
                </a:solidFill>
                <a:sym typeface="Palatino Bold" charset="0"/>
              </a:rPr>
              <a:t>:</a:t>
            </a:r>
            <a:r>
              <a:rPr lang="nl-NL">
                <a:solidFill>
                  <a:srgbClr val="000000"/>
                </a:solidFill>
                <a:sym typeface="Palatino" charset="0"/>
              </a:rPr>
              <a:t> groepen genen met gelijksoortig effect.</a:t>
            </a:r>
          </a:p>
          <a:p>
            <a:pPr marL="558800" indent="-342900">
              <a:lnSpc>
                <a:spcPct val="110000"/>
              </a:lnSpc>
              <a:buSzPct val="69000"/>
              <a:defRPr/>
            </a:pPr>
            <a:r>
              <a:rPr lang="nl-NL" b="1" err="1">
                <a:solidFill>
                  <a:srgbClr val="000000"/>
                </a:solidFill>
                <a:sym typeface="Palatino" charset="0"/>
              </a:rPr>
              <a:t>ChatGPT</a:t>
            </a:r>
            <a:r>
              <a:rPr lang="nl-NL" b="1">
                <a:solidFill>
                  <a:srgbClr val="000000"/>
                </a:solidFill>
                <a:sym typeface="Palatino" charset="0"/>
              </a:rPr>
              <a:t> 3.5:</a:t>
            </a:r>
            <a:r>
              <a:rPr lang="nl-NL">
                <a:solidFill>
                  <a:srgbClr val="000000"/>
                </a:solidFill>
                <a:sym typeface="Palatino" charset="0"/>
              </a:rPr>
              <a:t> alle woorddelen zijn geclusterd in een supergrote hoeveelheid dimensies om betekenis aan woorden en zinnen te kunnen verlenen.</a:t>
            </a:r>
            <a:endParaRPr lang="nl-NL" b="1">
              <a:solidFill>
                <a:srgbClr val="000000"/>
              </a:solidFill>
              <a:sym typeface="Palatino" charset="0"/>
            </a:endParaRPr>
          </a:p>
        </p:txBody>
      </p:sp>
      <p:sp>
        <p:nvSpPr>
          <p:cNvPr id="13" name="Tekstvak 7">
            <a:extLst>
              <a:ext uri="{FF2B5EF4-FFF2-40B4-BE49-F238E27FC236}">
                <a16:creationId xmlns:a16="http://schemas.microsoft.com/office/drawing/2014/main" id="{EB8E8095-0479-45D8-586C-2560E473D4CA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800">
                <a:solidFill>
                  <a:schemeClr val="bg1"/>
                </a:solidFill>
                <a:latin typeface="+mn-lt"/>
              </a:rPr>
              <a:t>Jelle van Barneveld</a:t>
            </a:r>
          </a:p>
        </p:txBody>
      </p:sp>
      <p:pic>
        <p:nvPicPr>
          <p:cNvPr id="1026" name="Picture 2" descr="Sterrenkunde bij Digibende – Digibende">
            <a:extLst>
              <a:ext uri="{FF2B5EF4-FFF2-40B4-BE49-F238E27FC236}">
                <a16:creationId xmlns:a16="http://schemas.microsoft.com/office/drawing/2014/main" id="{44CA4660-B9C2-7A54-BFC9-5A1AF2E8D5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4684" y="1393323"/>
            <a:ext cx="5560818" cy="41706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101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kstvak 7">
            <a:extLst>
              <a:ext uri="{FF2B5EF4-FFF2-40B4-BE49-F238E27FC236}">
                <a16:creationId xmlns:a16="http://schemas.microsoft.com/office/drawing/2014/main" id="{44D485DA-CE64-C41D-89EA-EE617D435320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800">
                <a:solidFill>
                  <a:schemeClr val="bg1"/>
                </a:solidFill>
                <a:latin typeface="+mn-lt"/>
              </a:rPr>
              <a:t>Jelle van Barneveld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42711C9-B8C6-980A-6A8E-B70FC6573C7F}"/>
              </a:ext>
            </a:extLst>
          </p:cNvPr>
          <p:cNvSpPr txBox="1"/>
          <p:nvPr/>
        </p:nvSpPr>
        <p:spPr>
          <a:xfrm>
            <a:off x="2531828" y="-990"/>
            <a:ext cx="8636105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</a:pPr>
            <a:r>
              <a:rPr lang="en-US" sz="3000" b="1" err="1">
                <a:solidFill>
                  <a:srgbClr val="829C30"/>
                </a:solidFill>
                <a:latin typeface="Arial"/>
                <a:ea typeface="MS PGothic" charset="0"/>
              </a:rPr>
              <a:t>Verschillende</a:t>
            </a:r>
            <a:r>
              <a:rPr lang="en-US" sz="3000" b="1">
                <a:solidFill>
                  <a:srgbClr val="829C30"/>
                </a:solidFill>
                <a:latin typeface="Arial"/>
                <a:ea typeface="MS PGothic" charset="0"/>
              </a:rPr>
              <a:t> </a:t>
            </a:r>
            <a:r>
              <a:rPr lang="en-US" sz="3000" b="1" err="1">
                <a:solidFill>
                  <a:srgbClr val="829C30"/>
                </a:solidFill>
                <a:latin typeface="Arial"/>
                <a:ea typeface="MS PGothic" charset="0"/>
              </a:rPr>
              <a:t>clustermethoden</a:t>
            </a:r>
            <a:endParaRPr lang="en-US" sz="3000" b="1">
              <a:solidFill>
                <a:srgbClr val="829C30"/>
              </a:solidFill>
              <a:latin typeface="Arial"/>
              <a:ea typeface="MS PGothic" charset="0"/>
            </a:endParaRPr>
          </a:p>
        </p:txBody>
      </p:sp>
      <p:cxnSp>
        <p:nvCxnSpPr>
          <p:cNvPr id="3" name="Straight Connector 10">
            <a:extLst>
              <a:ext uri="{FF2B5EF4-FFF2-40B4-BE49-F238E27FC236}">
                <a16:creationId xmlns:a16="http://schemas.microsoft.com/office/drawing/2014/main" id="{6D403D28-38E6-E976-8636-3F973FB2541F}"/>
              </a:ext>
            </a:extLst>
          </p:cNvPr>
          <p:cNvCxnSpPr>
            <a:cxnSpLocks/>
          </p:cNvCxnSpPr>
          <p:nvPr/>
        </p:nvCxnSpPr>
        <p:spPr>
          <a:xfrm>
            <a:off x="988290" y="812800"/>
            <a:ext cx="11203710" cy="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10">
            <a:extLst>
              <a:ext uri="{FF2B5EF4-FFF2-40B4-BE49-F238E27FC236}">
                <a16:creationId xmlns:a16="http://schemas.microsoft.com/office/drawing/2014/main" id="{A6EBBAAF-064A-A99B-AEE5-4D6114FC22DD}"/>
              </a:ext>
            </a:extLst>
          </p:cNvPr>
          <p:cNvCxnSpPr>
            <a:cxnSpLocks/>
          </p:cNvCxnSpPr>
          <p:nvPr/>
        </p:nvCxnSpPr>
        <p:spPr>
          <a:xfrm flipV="1">
            <a:off x="6590145" y="812800"/>
            <a:ext cx="0" cy="604520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">
            <a:extLst>
              <a:ext uri="{FF2B5EF4-FFF2-40B4-BE49-F238E27FC236}">
                <a16:creationId xmlns:a16="http://schemas.microsoft.com/office/drawing/2014/main" id="{00251B71-3E87-E159-84CA-8CBA38F29A15}"/>
              </a:ext>
            </a:extLst>
          </p:cNvPr>
          <p:cNvSpPr txBox="1"/>
          <p:nvPr/>
        </p:nvSpPr>
        <p:spPr>
          <a:xfrm>
            <a:off x="1014644" y="837429"/>
            <a:ext cx="55754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0" i="0" u="none" strike="noStrike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Overlapping vs. non-overlapping</a:t>
            </a:r>
            <a:endParaRPr lang="nl-NL" sz="2000"/>
          </a:p>
        </p:txBody>
      </p:sp>
      <p:sp>
        <p:nvSpPr>
          <p:cNvPr id="19" name="TextBox 1">
            <a:extLst>
              <a:ext uri="{FF2B5EF4-FFF2-40B4-BE49-F238E27FC236}">
                <a16:creationId xmlns:a16="http://schemas.microsoft.com/office/drawing/2014/main" id="{915C875B-B26A-2F79-6FBB-4D96A68FF464}"/>
              </a:ext>
            </a:extLst>
          </p:cNvPr>
          <p:cNvSpPr txBox="1"/>
          <p:nvPr/>
        </p:nvSpPr>
        <p:spPr>
          <a:xfrm>
            <a:off x="6666276" y="879137"/>
            <a:ext cx="55257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>
                <a:solidFill>
                  <a:srgbClr val="000000"/>
                </a:solidFill>
                <a:latin typeface="Arial" panose="020B0604020202020204" pitchFamily="34" charset="0"/>
              </a:rPr>
              <a:t>Top-down vs. bottom-up</a:t>
            </a:r>
            <a:endParaRPr lang="nl-NL" sz="2000"/>
          </a:p>
        </p:txBody>
      </p:sp>
      <p:sp>
        <p:nvSpPr>
          <p:cNvPr id="30" name="TextBox 1">
            <a:extLst>
              <a:ext uri="{FF2B5EF4-FFF2-40B4-BE49-F238E27FC236}">
                <a16:creationId xmlns:a16="http://schemas.microsoft.com/office/drawing/2014/main" id="{03538475-B948-35F0-1013-3761103667FE}"/>
              </a:ext>
            </a:extLst>
          </p:cNvPr>
          <p:cNvSpPr txBox="1"/>
          <p:nvPr/>
        </p:nvSpPr>
        <p:spPr>
          <a:xfrm>
            <a:off x="988290" y="4890217"/>
            <a:ext cx="4994787" cy="15368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latin typeface="Arial"/>
                <a:ea typeface="MS PGothic" charset="0"/>
              </a:rPr>
              <a:t>Non</a:t>
            </a:r>
            <a:r>
              <a:rPr lang="nl-NL" dirty="0">
                <a:latin typeface="Arial"/>
                <a:ea typeface="MS PGothic" charset="0"/>
              </a:rPr>
              <a:t>-o</a:t>
            </a:r>
            <a:r>
              <a:rPr lang="en-US" dirty="0" err="1">
                <a:latin typeface="Arial"/>
                <a:ea typeface="MS PGothic" charset="0"/>
              </a:rPr>
              <a:t>verlapping</a:t>
            </a:r>
            <a:r>
              <a:rPr lang="en-US" dirty="0">
                <a:latin typeface="Arial"/>
                <a:ea typeface="MS PGothic" charset="0"/>
              </a:rPr>
              <a:t>: </a:t>
            </a:r>
            <a:r>
              <a:rPr lang="en-US" dirty="0" err="1">
                <a:latin typeface="Arial"/>
                <a:ea typeface="MS PGothic" charset="0"/>
              </a:rPr>
              <a:t>een</a:t>
            </a:r>
            <a:r>
              <a:rPr lang="en-US" dirty="0">
                <a:latin typeface="Arial"/>
                <a:ea typeface="MS PGothic" charset="0"/>
              </a:rPr>
              <a:t> </a:t>
            </a:r>
            <a:r>
              <a:rPr lang="en-US" dirty="0" err="1">
                <a:latin typeface="Arial"/>
                <a:ea typeface="MS PGothic" charset="0"/>
              </a:rPr>
              <a:t>datapunt</a:t>
            </a:r>
            <a:r>
              <a:rPr lang="en-US" dirty="0">
                <a:latin typeface="Arial"/>
                <a:ea typeface="MS PGothic" charset="0"/>
              </a:rPr>
              <a:t> </a:t>
            </a:r>
            <a:r>
              <a:rPr lang="en-US" dirty="0" err="1">
                <a:latin typeface="Arial"/>
                <a:ea typeface="MS PGothic" charset="0"/>
              </a:rPr>
              <a:t>kan</a:t>
            </a:r>
            <a:r>
              <a:rPr lang="en-US" dirty="0">
                <a:latin typeface="Arial"/>
                <a:ea typeface="MS PGothic" charset="0"/>
              </a:rPr>
              <a:t> </a:t>
            </a:r>
            <a:r>
              <a:rPr lang="en-US" dirty="0" err="1">
                <a:latin typeface="Arial"/>
                <a:ea typeface="MS PGothic" charset="0"/>
              </a:rPr>
              <a:t>bij</a:t>
            </a:r>
            <a:r>
              <a:rPr lang="en-US" dirty="0">
                <a:latin typeface="Arial"/>
                <a:ea typeface="MS PGothic" charset="0"/>
              </a:rPr>
              <a:t> </a:t>
            </a:r>
            <a:r>
              <a:rPr lang="en-US" dirty="0" err="1">
                <a:latin typeface="Arial"/>
                <a:ea typeface="MS PGothic" charset="0"/>
              </a:rPr>
              <a:t>slechts</a:t>
            </a:r>
            <a:r>
              <a:rPr lang="en-US" dirty="0">
                <a:latin typeface="Arial"/>
                <a:ea typeface="MS PGothic" charset="0"/>
              </a:rPr>
              <a:t> </a:t>
            </a:r>
            <a:r>
              <a:rPr lang="en-US" dirty="0" err="1">
                <a:latin typeface="Arial"/>
                <a:ea typeface="MS PGothic" charset="0"/>
              </a:rPr>
              <a:t>één</a:t>
            </a:r>
            <a:r>
              <a:rPr lang="en-US" dirty="0">
                <a:latin typeface="Arial"/>
                <a:ea typeface="MS PGothic" charset="0"/>
              </a:rPr>
              <a:t> cluster </a:t>
            </a:r>
            <a:r>
              <a:rPr lang="en-US" dirty="0" err="1">
                <a:latin typeface="Arial"/>
                <a:ea typeface="MS PGothic" charset="0"/>
              </a:rPr>
              <a:t>horen</a:t>
            </a:r>
            <a:r>
              <a:rPr lang="en-US" dirty="0">
                <a:latin typeface="Arial"/>
                <a:ea typeface="MS PGothic" charset="0"/>
              </a:rPr>
              <a:t>.</a:t>
            </a:r>
          </a:p>
          <a:p>
            <a:pPr marL="285750" indent="-285750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latin typeface="Arial"/>
                <a:ea typeface="MS PGothic" charset="0"/>
              </a:rPr>
              <a:t>Overlapping: </a:t>
            </a:r>
            <a:r>
              <a:rPr lang="en-US" dirty="0" err="1">
                <a:latin typeface="Arial"/>
                <a:ea typeface="MS PGothic" charset="0"/>
              </a:rPr>
              <a:t>een</a:t>
            </a:r>
            <a:r>
              <a:rPr lang="en-US" dirty="0">
                <a:latin typeface="Arial"/>
                <a:ea typeface="MS PGothic" charset="0"/>
              </a:rPr>
              <a:t> </a:t>
            </a:r>
            <a:r>
              <a:rPr lang="en-US" dirty="0" err="1">
                <a:latin typeface="Arial"/>
                <a:ea typeface="MS PGothic" charset="0"/>
              </a:rPr>
              <a:t>datapunt</a:t>
            </a:r>
            <a:r>
              <a:rPr lang="en-US" dirty="0">
                <a:latin typeface="Arial"/>
                <a:ea typeface="MS PGothic" charset="0"/>
              </a:rPr>
              <a:t> </a:t>
            </a:r>
            <a:r>
              <a:rPr lang="en-US" dirty="0" err="1">
                <a:latin typeface="Arial"/>
                <a:ea typeface="MS PGothic" charset="0"/>
              </a:rPr>
              <a:t>kan</a:t>
            </a:r>
            <a:r>
              <a:rPr lang="en-US" dirty="0">
                <a:latin typeface="Arial"/>
                <a:ea typeface="MS PGothic" charset="0"/>
              </a:rPr>
              <a:t> </a:t>
            </a:r>
            <a:r>
              <a:rPr lang="en-US" dirty="0" err="1">
                <a:latin typeface="Arial"/>
                <a:ea typeface="MS PGothic" charset="0"/>
              </a:rPr>
              <a:t>bij</a:t>
            </a:r>
            <a:r>
              <a:rPr lang="en-US" dirty="0">
                <a:latin typeface="Arial"/>
                <a:ea typeface="MS PGothic" charset="0"/>
              </a:rPr>
              <a:t> </a:t>
            </a:r>
            <a:r>
              <a:rPr lang="en-US" dirty="0" err="1">
                <a:latin typeface="Arial"/>
                <a:ea typeface="MS PGothic" charset="0"/>
              </a:rPr>
              <a:t>meerdere</a:t>
            </a:r>
            <a:r>
              <a:rPr lang="en-US" dirty="0">
                <a:latin typeface="Arial"/>
                <a:ea typeface="MS PGothic" charset="0"/>
              </a:rPr>
              <a:t> clusters </a:t>
            </a:r>
            <a:r>
              <a:rPr lang="en-US" dirty="0" err="1">
                <a:latin typeface="Arial"/>
                <a:ea typeface="MS PGothic" charset="0"/>
              </a:rPr>
              <a:t>horen</a:t>
            </a:r>
            <a:endParaRPr lang="en-US" dirty="0">
              <a:latin typeface="Arial"/>
              <a:ea typeface="MS PGothic" charset="0"/>
            </a:endParaRPr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9B1661F5-4C3E-D28D-E3A3-4E9F49E3B6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290" y="1868917"/>
            <a:ext cx="5392841" cy="2733632"/>
          </a:xfrm>
          <a:prstGeom prst="rect">
            <a:avLst/>
          </a:prstGeom>
        </p:spPr>
      </p:pic>
      <p:sp>
        <p:nvSpPr>
          <p:cNvPr id="13" name="TextBox 1">
            <a:extLst>
              <a:ext uri="{FF2B5EF4-FFF2-40B4-BE49-F238E27FC236}">
                <a16:creationId xmlns:a16="http://schemas.microsoft.com/office/drawing/2014/main" id="{608AF07B-A100-195E-D5F1-59DCF076499E}"/>
              </a:ext>
            </a:extLst>
          </p:cNvPr>
          <p:cNvSpPr txBox="1"/>
          <p:nvPr/>
        </p:nvSpPr>
        <p:spPr>
          <a:xfrm>
            <a:off x="6590141" y="4468850"/>
            <a:ext cx="5283059" cy="22792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>
                <a:latin typeface="Arial"/>
                <a:ea typeface="MS PGothic" charset="0"/>
              </a:rPr>
              <a:t>Top-down: </a:t>
            </a:r>
            <a:r>
              <a:rPr lang="en-US" err="1">
                <a:latin typeface="Arial"/>
                <a:ea typeface="MS PGothic" charset="0"/>
              </a:rPr>
              <a:t>eerst</a:t>
            </a:r>
            <a:r>
              <a:rPr lang="en-US">
                <a:latin typeface="Arial"/>
                <a:ea typeface="MS PGothic" charset="0"/>
              </a:rPr>
              <a:t> </a:t>
            </a:r>
            <a:r>
              <a:rPr lang="en-US" err="1">
                <a:latin typeface="Arial"/>
                <a:ea typeface="MS PGothic" charset="0"/>
              </a:rPr>
              <a:t>komen</a:t>
            </a:r>
            <a:r>
              <a:rPr lang="en-US">
                <a:latin typeface="Arial"/>
                <a:ea typeface="MS PGothic" charset="0"/>
              </a:rPr>
              <a:t> alle </a:t>
            </a:r>
            <a:r>
              <a:rPr lang="en-US" err="1">
                <a:latin typeface="Arial"/>
                <a:ea typeface="MS PGothic" charset="0"/>
              </a:rPr>
              <a:t>datapunten</a:t>
            </a:r>
            <a:r>
              <a:rPr lang="en-US">
                <a:latin typeface="Arial"/>
                <a:ea typeface="MS PGothic" charset="0"/>
              </a:rPr>
              <a:t> in </a:t>
            </a:r>
            <a:r>
              <a:rPr lang="en-US" err="1">
                <a:latin typeface="Arial"/>
                <a:ea typeface="MS PGothic" charset="0"/>
              </a:rPr>
              <a:t>één</a:t>
            </a:r>
            <a:r>
              <a:rPr lang="en-US">
                <a:latin typeface="Arial"/>
                <a:ea typeface="MS PGothic" charset="0"/>
              </a:rPr>
              <a:t> </a:t>
            </a:r>
            <a:r>
              <a:rPr lang="en-US" err="1">
                <a:latin typeface="Arial"/>
                <a:ea typeface="MS PGothic" charset="0"/>
              </a:rPr>
              <a:t>groot</a:t>
            </a:r>
            <a:r>
              <a:rPr lang="en-US">
                <a:latin typeface="Arial"/>
                <a:ea typeface="MS PGothic" charset="0"/>
              </a:rPr>
              <a:t> cluster </a:t>
            </a:r>
            <a:r>
              <a:rPr lang="en-US" err="1">
                <a:latin typeface="Arial"/>
                <a:ea typeface="MS PGothic" charset="0"/>
              </a:rPr>
              <a:t>terecht</a:t>
            </a:r>
            <a:r>
              <a:rPr lang="en-US">
                <a:latin typeface="Arial"/>
                <a:ea typeface="MS PGothic" charset="0"/>
              </a:rPr>
              <a:t>. </a:t>
            </a:r>
            <a:r>
              <a:rPr lang="en-US" err="1">
                <a:latin typeface="Arial"/>
                <a:ea typeface="MS PGothic" charset="0"/>
              </a:rPr>
              <a:t>Vervolgens</a:t>
            </a:r>
            <a:r>
              <a:rPr lang="en-US">
                <a:latin typeface="Arial"/>
                <a:ea typeface="MS PGothic" charset="0"/>
              </a:rPr>
              <a:t> </a:t>
            </a:r>
            <a:r>
              <a:rPr lang="en-US" err="1">
                <a:latin typeface="Arial"/>
                <a:ea typeface="MS PGothic" charset="0"/>
              </a:rPr>
              <a:t>wordt</a:t>
            </a:r>
            <a:r>
              <a:rPr lang="en-US">
                <a:latin typeface="Arial"/>
                <a:ea typeface="MS PGothic" charset="0"/>
              </a:rPr>
              <a:t> </a:t>
            </a:r>
            <a:r>
              <a:rPr lang="en-US" err="1">
                <a:latin typeface="Arial"/>
                <a:ea typeface="MS PGothic" charset="0"/>
              </a:rPr>
              <a:t>dat</a:t>
            </a:r>
            <a:r>
              <a:rPr lang="en-US">
                <a:latin typeface="Arial"/>
                <a:ea typeface="MS PGothic" charset="0"/>
              </a:rPr>
              <a:t> </a:t>
            </a:r>
            <a:r>
              <a:rPr lang="en-US" err="1">
                <a:latin typeface="Arial"/>
                <a:ea typeface="MS PGothic" charset="0"/>
              </a:rPr>
              <a:t>grote</a:t>
            </a:r>
            <a:r>
              <a:rPr lang="en-US">
                <a:latin typeface="Arial"/>
                <a:ea typeface="MS PGothic" charset="0"/>
              </a:rPr>
              <a:t> cluster </a:t>
            </a:r>
            <a:r>
              <a:rPr lang="en-US" err="1">
                <a:latin typeface="Arial"/>
                <a:ea typeface="MS PGothic" charset="0"/>
              </a:rPr>
              <a:t>opgedeeld</a:t>
            </a:r>
            <a:r>
              <a:rPr lang="en-US">
                <a:latin typeface="Arial"/>
                <a:ea typeface="MS PGothic" charset="0"/>
              </a:rPr>
              <a:t> in </a:t>
            </a:r>
            <a:r>
              <a:rPr lang="en-US" err="1">
                <a:latin typeface="Arial"/>
                <a:ea typeface="MS PGothic" charset="0"/>
              </a:rPr>
              <a:t>meerdere</a:t>
            </a:r>
            <a:r>
              <a:rPr lang="en-US">
                <a:latin typeface="Arial"/>
                <a:ea typeface="MS PGothic" charset="0"/>
              </a:rPr>
              <a:t> Kleine.</a:t>
            </a:r>
          </a:p>
          <a:p>
            <a:pPr marL="285750" indent="-285750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>
                <a:latin typeface="Arial"/>
                <a:ea typeface="MS PGothic" charset="0"/>
              </a:rPr>
              <a:t>Bottom-up: elk </a:t>
            </a:r>
            <a:r>
              <a:rPr lang="en-US" err="1">
                <a:latin typeface="Arial"/>
                <a:ea typeface="MS PGothic" charset="0"/>
              </a:rPr>
              <a:t>datapunt</a:t>
            </a:r>
            <a:r>
              <a:rPr lang="en-US">
                <a:latin typeface="Arial"/>
                <a:ea typeface="MS PGothic" charset="0"/>
              </a:rPr>
              <a:t> </a:t>
            </a:r>
            <a:r>
              <a:rPr lang="en-US" err="1">
                <a:latin typeface="Arial"/>
                <a:ea typeface="MS PGothic" charset="0"/>
              </a:rPr>
              <a:t>krijgt</a:t>
            </a:r>
            <a:r>
              <a:rPr lang="en-US">
                <a:latin typeface="Arial"/>
                <a:ea typeface="MS PGothic" charset="0"/>
              </a:rPr>
              <a:t> </a:t>
            </a:r>
            <a:r>
              <a:rPr lang="en-US" err="1">
                <a:latin typeface="Arial"/>
                <a:ea typeface="MS PGothic" charset="0"/>
              </a:rPr>
              <a:t>eerst</a:t>
            </a:r>
            <a:r>
              <a:rPr lang="en-US">
                <a:latin typeface="Arial"/>
                <a:ea typeface="MS PGothic" charset="0"/>
              </a:rPr>
              <a:t> </a:t>
            </a:r>
            <a:r>
              <a:rPr lang="en-US" err="1">
                <a:latin typeface="Arial"/>
                <a:ea typeface="MS PGothic" charset="0"/>
              </a:rPr>
              <a:t>zijn</a:t>
            </a:r>
            <a:r>
              <a:rPr lang="en-US">
                <a:latin typeface="Arial"/>
                <a:ea typeface="MS PGothic" charset="0"/>
              </a:rPr>
              <a:t> eigen cluster </a:t>
            </a:r>
            <a:r>
              <a:rPr lang="en-US" err="1">
                <a:latin typeface="Arial"/>
                <a:ea typeface="MS PGothic" charset="0"/>
              </a:rPr>
              <a:t>en</a:t>
            </a:r>
            <a:r>
              <a:rPr lang="en-US">
                <a:latin typeface="Arial"/>
                <a:ea typeface="MS PGothic" charset="0"/>
              </a:rPr>
              <a:t> </a:t>
            </a:r>
            <a:r>
              <a:rPr lang="en-US" err="1">
                <a:latin typeface="Arial"/>
                <a:ea typeface="MS PGothic" charset="0"/>
              </a:rPr>
              <a:t>vervolgens</a:t>
            </a:r>
            <a:r>
              <a:rPr lang="en-US">
                <a:latin typeface="Arial"/>
                <a:ea typeface="MS PGothic" charset="0"/>
              </a:rPr>
              <a:t> </a:t>
            </a:r>
            <a:r>
              <a:rPr lang="en-US" err="1">
                <a:latin typeface="Arial"/>
                <a:ea typeface="MS PGothic" charset="0"/>
              </a:rPr>
              <a:t>wordt</a:t>
            </a:r>
            <a:r>
              <a:rPr lang="en-US">
                <a:latin typeface="Arial"/>
                <a:ea typeface="MS PGothic" charset="0"/>
              </a:rPr>
              <a:t> er </a:t>
            </a:r>
            <a:r>
              <a:rPr lang="en-US" err="1">
                <a:latin typeface="Arial"/>
                <a:ea typeface="MS PGothic" charset="0"/>
              </a:rPr>
              <a:t>gemerged</a:t>
            </a:r>
            <a:r>
              <a:rPr lang="en-US">
                <a:latin typeface="Arial"/>
                <a:ea typeface="MS PGothic" charset="0"/>
              </a:rPr>
              <a:t> met </a:t>
            </a:r>
            <a:r>
              <a:rPr lang="en-US" err="1">
                <a:latin typeface="Arial"/>
                <a:ea typeface="MS PGothic" charset="0"/>
              </a:rPr>
              <a:t>dichtstbijzijnde</a:t>
            </a:r>
            <a:r>
              <a:rPr lang="en-US">
                <a:latin typeface="Arial"/>
                <a:ea typeface="MS PGothic" charset="0"/>
              </a:rPr>
              <a:t> clusters.</a:t>
            </a:r>
          </a:p>
        </p:txBody>
      </p:sp>
      <p:pic>
        <p:nvPicPr>
          <p:cNvPr id="3074" name="Picture 2" descr="Difference between Top-down and Bottom-up Approach (with Comparison Chart)  - Tech Differences">
            <a:extLst>
              <a:ext uri="{FF2B5EF4-FFF2-40B4-BE49-F238E27FC236}">
                <a16:creationId xmlns:a16="http://schemas.microsoft.com/office/drawing/2014/main" id="{1C297609-C9F9-2039-9E96-6D35FBE68E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6276" y="1345583"/>
            <a:ext cx="5374556" cy="30569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8075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88C99E86-813E-C04C-ACFA-5A15EFEB2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737D-49A5-4740-8401-0C4DFF2B9D4A}" type="slidenum">
              <a:rPr lang="nl-NL" smtClean="0"/>
              <a:pPr/>
              <a:t>7</a:t>
            </a:fld>
            <a:endParaRPr lang="nl-NL"/>
          </a:p>
        </p:txBody>
      </p:sp>
      <p:sp>
        <p:nvSpPr>
          <p:cNvPr id="6" name="Tekstvak 7">
            <a:extLst>
              <a:ext uri="{FF2B5EF4-FFF2-40B4-BE49-F238E27FC236}">
                <a16:creationId xmlns:a16="http://schemas.microsoft.com/office/drawing/2014/main" id="{584FD35D-CBEF-84A0-42F2-5B93A23B275D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800">
                <a:solidFill>
                  <a:schemeClr val="bg1"/>
                </a:solidFill>
                <a:latin typeface="+mn-lt"/>
              </a:rPr>
              <a:t>Jelle van Barneveld</a:t>
            </a:r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273C776D-F374-B3EB-C813-03751C639B5D}"/>
              </a:ext>
            </a:extLst>
          </p:cNvPr>
          <p:cNvSpPr txBox="1"/>
          <p:nvPr/>
        </p:nvSpPr>
        <p:spPr>
          <a:xfrm>
            <a:off x="988290" y="-990"/>
            <a:ext cx="11203710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</a:pPr>
            <a:r>
              <a:rPr lang="en-US" sz="3000" b="1">
                <a:solidFill>
                  <a:srgbClr val="829C30"/>
                </a:solidFill>
                <a:latin typeface="Arial"/>
                <a:ea typeface="MS PGothic" charset="0"/>
              </a:rPr>
              <a:t>Hoe </a:t>
            </a:r>
            <a:r>
              <a:rPr lang="en-US" sz="3000" b="1" err="1">
                <a:solidFill>
                  <a:srgbClr val="829C30"/>
                </a:solidFill>
                <a:latin typeface="Arial"/>
                <a:ea typeface="MS PGothic" charset="0"/>
              </a:rPr>
              <a:t>kies</a:t>
            </a:r>
            <a:r>
              <a:rPr lang="en-US" sz="3000" b="1">
                <a:solidFill>
                  <a:srgbClr val="829C30"/>
                </a:solidFill>
                <a:latin typeface="Arial"/>
                <a:ea typeface="MS PGothic" charset="0"/>
              </a:rPr>
              <a:t> </a:t>
            </a:r>
            <a:r>
              <a:rPr lang="en-US" sz="3000" b="1" err="1">
                <a:solidFill>
                  <a:srgbClr val="829C30"/>
                </a:solidFill>
                <a:latin typeface="Arial"/>
                <a:ea typeface="MS PGothic" charset="0"/>
              </a:rPr>
              <a:t>ik</a:t>
            </a:r>
            <a:r>
              <a:rPr lang="en-US" sz="3000" b="1">
                <a:solidFill>
                  <a:srgbClr val="829C30"/>
                </a:solidFill>
                <a:latin typeface="Arial"/>
                <a:ea typeface="MS PGothic" charset="0"/>
              </a:rPr>
              <a:t> het </a:t>
            </a:r>
            <a:r>
              <a:rPr lang="en-US" sz="3000" b="1" err="1">
                <a:solidFill>
                  <a:srgbClr val="829C30"/>
                </a:solidFill>
                <a:latin typeface="Arial"/>
                <a:ea typeface="MS PGothic" charset="0"/>
              </a:rPr>
              <a:t>aantal</a:t>
            </a:r>
            <a:r>
              <a:rPr lang="en-US" sz="3000" b="1">
                <a:solidFill>
                  <a:srgbClr val="829C30"/>
                </a:solidFill>
                <a:latin typeface="Arial"/>
                <a:ea typeface="MS PGothic" charset="0"/>
              </a:rPr>
              <a:t> clusters (de </a:t>
            </a:r>
            <a:r>
              <a:rPr lang="en-US" sz="3000" b="1" err="1">
                <a:solidFill>
                  <a:srgbClr val="829C30"/>
                </a:solidFill>
                <a:latin typeface="Arial"/>
                <a:ea typeface="MS PGothic" charset="0"/>
              </a:rPr>
              <a:t>zogenoemde</a:t>
            </a:r>
            <a:r>
              <a:rPr lang="en-US" sz="3000" b="1">
                <a:solidFill>
                  <a:srgbClr val="829C30"/>
                </a:solidFill>
                <a:latin typeface="Arial"/>
                <a:ea typeface="MS PGothic" charset="0"/>
              </a:rPr>
              <a:t> k)?</a:t>
            </a:r>
          </a:p>
        </p:txBody>
      </p:sp>
      <p:cxnSp>
        <p:nvCxnSpPr>
          <p:cNvPr id="8" name="Straight Connector 10">
            <a:extLst>
              <a:ext uri="{FF2B5EF4-FFF2-40B4-BE49-F238E27FC236}">
                <a16:creationId xmlns:a16="http://schemas.microsoft.com/office/drawing/2014/main" id="{FC46091E-9110-FB9A-343D-BD46860A7326}"/>
              </a:ext>
            </a:extLst>
          </p:cNvPr>
          <p:cNvCxnSpPr>
            <a:cxnSpLocks/>
          </p:cNvCxnSpPr>
          <p:nvPr/>
        </p:nvCxnSpPr>
        <p:spPr>
          <a:xfrm>
            <a:off x="988290" y="812800"/>
            <a:ext cx="11203710" cy="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3">
            <a:extLst>
              <a:ext uri="{FF2B5EF4-FFF2-40B4-BE49-F238E27FC236}">
                <a16:creationId xmlns:a16="http://schemas.microsoft.com/office/drawing/2014/main" id="{03F21FE5-01A9-1CF9-6E21-6F1087E0E0FE}"/>
              </a:ext>
            </a:extLst>
          </p:cNvPr>
          <p:cNvSpPr txBox="1">
            <a:spLocks noChangeArrowheads="1"/>
          </p:cNvSpPr>
          <p:nvPr/>
        </p:nvSpPr>
        <p:spPr>
          <a:xfrm>
            <a:off x="988290" y="812800"/>
            <a:ext cx="11203710" cy="1192213"/>
          </a:xfrm>
          <a:prstGeom prst="rect">
            <a:avLst/>
          </a:prstGeom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536575" indent="-263525" algn="l" defTabSz="914400" rtl="0" eaLnBrk="1" latinLnBrk="0" hangingPunct="1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Font typeface="Calibri" panose="020F0502020204030204" pitchFamily="34" charset="0"/>
              <a:buChar char="−"/>
              <a:defRPr sz="20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809625" indent="-273050" algn="l" defTabSz="914400" rtl="0" eaLnBrk="1" latinLnBrk="0" hangingPunct="1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Font typeface="Calibri" panose="020F0502020204030204" pitchFamily="34" charset="0"/>
              <a:buChar char="−"/>
              <a:defRPr sz="20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073150" indent="-263525" algn="l" defTabSz="914400" rtl="0" eaLnBrk="1" latinLnBrk="0" hangingPunct="1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Font typeface="Calibri" panose="020F0502020204030204" pitchFamily="34" charset="0"/>
              <a:buChar char="−"/>
              <a:defRPr sz="20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344613" indent="-271463" algn="l" defTabSz="914400" rtl="0" eaLnBrk="1" latinLnBrk="0" hangingPunct="1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Font typeface="Calibri" panose="020F0502020204030204" pitchFamily="34" charset="0"/>
              <a:buChar char="−"/>
              <a:defRPr sz="20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5900" indent="0" algn="ctr">
              <a:lnSpc>
                <a:spcPct val="110000"/>
              </a:lnSpc>
              <a:buSzPct val="69000"/>
              <a:buFont typeface="Arial" panose="020B0604020202020204" pitchFamily="34" charset="0"/>
              <a:buNone/>
              <a:defRPr/>
            </a:pPr>
            <a:r>
              <a:rPr lang="nl-NL">
                <a:solidFill>
                  <a:srgbClr val="000000"/>
                </a:solidFill>
                <a:sym typeface="Palatino" charset="0"/>
              </a:rPr>
              <a:t>Je bouwt de eerste versie van je clustermodel altijd met een willekeurig aantal clusters (k).</a:t>
            </a:r>
          </a:p>
          <a:p>
            <a:pPr marL="215900" indent="0" algn="ctr">
              <a:lnSpc>
                <a:spcPct val="110000"/>
              </a:lnSpc>
              <a:buSzPct val="69000"/>
              <a:buFont typeface="Arial" panose="020B0604020202020204" pitchFamily="34" charset="0"/>
              <a:buNone/>
              <a:defRPr/>
            </a:pPr>
            <a:r>
              <a:rPr lang="nl-NL">
                <a:solidFill>
                  <a:srgbClr val="000000"/>
                </a:solidFill>
                <a:sym typeface="Palatino" charset="0"/>
              </a:rPr>
              <a:t>Vervolgens evalueer je de clusterkwaliteit met de </a:t>
            </a:r>
            <a:r>
              <a:rPr lang="nl-NL" err="1">
                <a:solidFill>
                  <a:srgbClr val="000000"/>
                </a:solidFill>
                <a:sym typeface="Palatino" charset="0"/>
              </a:rPr>
              <a:t>interclusterafstand</a:t>
            </a:r>
            <a:r>
              <a:rPr lang="nl-NL">
                <a:solidFill>
                  <a:srgbClr val="000000"/>
                </a:solidFill>
                <a:sym typeface="Palatino" charset="0"/>
              </a:rPr>
              <a:t> en de </a:t>
            </a:r>
            <a:r>
              <a:rPr lang="nl-NL" err="1">
                <a:solidFill>
                  <a:srgbClr val="000000"/>
                </a:solidFill>
                <a:sym typeface="Palatino" charset="0"/>
              </a:rPr>
              <a:t>intraclusterafstand</a:t>
            </a:r>
            <a:r>
              <a:rPr lang="nl-NL">
                <a:solidFill>
                  <a:srgbClr val="000000"/>
                </a:solidFill>
                <a:sym typeface="Palatino" charset="0"/>
              </a:rPr>
              <a:t>.</a:t>
            </a:r>
          </a:p>
          <a:p>
            <a:pPr marL="215900" indent="0" algn="ctr">
              <a:lnSpc>
                <a:spcPct val="110000"/>
              </a:lnSpc>
              <a:buSzPct val="69000"/>
              <a:buFont typeface="Arial" panose="020B0604020202020204" pitchFamily="34" charset="0"/>
              <a:buNone/>
              <a:defRPr/>
            </a:pPr>
            <a:r>
              <a:rPr lang="nl-NL">
                <a:solidFill>
                  <a:srgbClr val="000000"/>
                </a:solidFill>
                <a:sym typeface="Palatino" charset="0"/>
              </a:rPr>
              <a:t>Op basis hiervan kan je je k verhogen of juist verlagen</a:t>
            </a:r>
          </a:p>
        </p:txBody>
      </p:sp>
      <p:pic>
        <p:nvPicPr>
          <p:cNvPr id="1026" name="Picture 2" descr="Intra-cluster distances vs inter-cluster distances | Download Scientific  Diagram">
            <a:extLst>
              <a:ext uri="{FF2B5EF4-FFF2-40B4-BE49-F238E27FC236}">
                <a16:creationId xmlns:a16="http://schemas.microsoft.com/office/drawing/2014/main" id="{950E6322-2E2D-874A-6FA1-3C5B44653B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2971" y="2220889"/>
            <a:ext cx="5090345" cy="45005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kstvak 3">
            <a:extLst>
              <a:ext uri="{FF2B5EF4-FFF2-40B4-BE49-F238E27FC236}">
                <a16:creationId xmlns:a16="http://schemas.microsoft.com/office/drawing/2014/main" id="{BAB2155C-1045-B2A5-F03A-4DA5AF9875CB}"/>
              </a:ext>
            </a:extLst>
          </p:cNvPr>
          <p:cNvSpPr txBox="1"/>
          <p:nvPr/>
        </p:nvSpPr>
        <p:spPr>
          <a:xfrm>
            <a:off x="7101655" y="2611021"/>
            <a:ext cx="5090345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nl-NL" altLang="en-NL" sz="1800">
                <a:solidFill>
                  <a:srgbClr val="000000"/>
                </a:solidFill>
                <a:latin typeface="Verdana" panose="020B0604030504040204" pitchFamily="34" charset="0"/>
              </a:rPr>
              <a:t>2 afstanden: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nl-NL" altLang="en-NL" b="1" err="1">
                <a:solidFill>
                  <a:srgbClr val="000000"/>
                </a:solidFill>
                <a:latin typeface="Verdana" panose="020B0604030504040204" pitchFamily="34" charset="0"/>
              </a:rPr>
              <a:t>Inter</a:t>
            </a:r>
            <a:r>
              <a:rPr lang="nl-NL" altLang="en-NL" err="1">
                <a:solidFill>
                  <a:srgbClr val="000000"/>
                </a:solidFill>
                <a:latin typeface="Verdana" panose="020B0604030504040204" pitchFamily="34" charset="0"/>
              </a:rPr>
              <a:t>clusterafstand</a:t>
            </a:r>
            <a:r>
              <a:rPr lang="nl-NL" altLang="en-NL">
                <a:solidFill>
                  <a:srgbClr val="000000"/>
                </a:solidFill>
                <a:latin typeface="Verdana" panose="020B0604030504040204" pitchFamily="34" charset="0"/>
              </a:rPr>
              <a:t>: de afstand tussen clusters.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nl-NL" altLang="en-NL" sz="1800" b="1" err="1">
                <a:solidFill>
                  <a:srgbClr val="000000"/>
                </a:solidFill>
                <a:latin typeface="Verdana" panose="020B0604030504040204" pitchFamily="34" charset="0"/>
              </a:rPr>
              <a:t>Intra</a:t>
            </a:r>
            <a:r>
              <a:rPr lang="nl-NL" altLang="en-NL" sz="1800" err="1">
                <a:solidFill>
                  <a:srgbClr val="000000"/>
                </a:solidFill>
                <a:latin typeface="Verdana" panose="020B0604030504040204" pitchFamily="34" charset="0"/>
              </a:rPr>
              <a:t>cluster</a:t>
            </a:r>
            <a:r>
              <a:rPr lang="nl-NL" altLang="en-NL" err="1">
                <a:solidFill>
                  <a:srgbClr val="000000"/>
                </a:solidFill>
                <a:latin typeface="Verdana" panose="020B0604030504040204" pitchFamily="34" charset="0"/>
              </a:rPr>
              <a:t>afstand</a:t>
            </a:r>
            <a:r>
              <a:rPr lang="nl-NL" altLang="en-NL">
                <a:solidFill>
                  <a:srgbClr val="000000"/>
                </a:solidFill>
                <a:latin typeface="Verdana" panose="020B0604030504040204" pitchFamily="34" charset="0"/>
              </a:rPr>
              <a:t>: de afstand tussen punten binnen een cluster.</a:t>
            </a:r>
            <a:endParaRPr lang="nl-NL" altLang="en-NL" sz="180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eaLnBrk="1" hangingPunct="1"/>
            <a:endParaRPr lang="nl-NL" altLang="en-NL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eaLnBrk="1" hangingPunct="1"/>
            <a:r>
              <a:rPr lang="nl-NL" altLang="en-NL" sz="1800" b="1">
                <a:solidFill>
                  <a:srgbClr val="000000"/>
                </a:solidFill>
                <a:latin typeface="Verdana" panose="020B0604030504040204" pitchFamily="34" charset="0"/>
              </a:rPr>
              <a:t>Advies</a:t>
            </a:r>
          </a:p>
          <a:p>
            <a:pPr eaLnBrk="1" hangingPunct="1"/>
            <a:r>
              <a:rPr lang="nl-NL" altLang="en-NL" sz="1800">
                <a:solidFill>
                  <a:srgbClr val="000000"/>
                </a:solidFill>
                <a:latin typeface="Verdana" panose="020B0604030504040204" pitchFamily="34" charset="0"/>
              </a:rPr>
              <a:t>Experimenteer met meerdere k’s.</a:t>
            </a:r>
            <a:endParaRPr lang="nl-NL" altLang="en-NL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eaLnBrk="1" hangingPunct="1"/>
            <a:r>
              <a:rPr lang="nl-NL" altLang="en-NL" sz="1800">
                <a:solidFill>
                  <a:srgbClr val="000000"/>
                </a:solidFill>
                <a:latin typeface="Verdana" panose="020B0604030504040204" pitchFamily="34" charset="0"/>
              </a:rPr>
              <a:t>Je bijgestelde k is een verbetering als…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en-US" altLang="en-NL" sz="1800">
                <a:solidFill>
                  <a:srgbClr val="000000"/>
                </a:solidFill>
                <a:latin typeface="Verdana" panose="020B0604030504040204" pitchFamily="34" charset="0"/>
              </a:rPr>
              <a:t>De </a:t>
            </a:r>
            <a:r>
              <a:rPr lang="en-US" altLang="en-NL" sz="1800" b="1" err="1">
                <a:solidFill>
                  <a:srgbClr val="000000"/>
                </a:solidFill>
                <a:latin typeface="Verdana" panose="020B0604030504040204" pitchFamily="34" charset="0"/>
              </a:rPr>
              <a:t>inter</a:t>
            </a:r>
            <a:r>
              <a:rPr lang="en-US" altLang="en-NL" sz="1800" err="1">
                <a:solidFill>
                  <a:srgbClr val="000000"/>
                </a:solidFill>
                <a:latin typeface="Verdana" panose="020B0604030504040204" pitchFamily="34" charset="0"/>
              </a:rPr>
              <a:t>clusterafstand</a:t>
            </a:r>
            <a:r>
              <a:rPr lang="en-US" altLang="en-NL" sz="180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en-US" altLang="en-NL" sz="1800" err="1">
                <a:solidFill>
                  <a:srgbClr val="000000"/>
                </a:solidFill>
                <a:latin typeface="Verdana" panose="020B0604030504040204" pitchFamily="34" charset="0"/>
              </a:rPr>
              <a:t>verhoogd</a:t>
            </a:r>
            <a:r>
              <a:rPr lang="en-US" altLang="en-NL" sz="1800">
                <a:solidFill>
                  <a:srgbClr val="000000"/>
                </a:solidFill>
                <a:latin typeface="Verdana" panose="020B0604030504040204" pitchFamily="34" charset="0"/>
              </a:rPr>
              <a:t> is.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en-US" altLang="en-NL">
                <a:solidFill>
                  <a:srgbClr val="000000"/>
                </a:solidFill>
                <a:latin typeface="Verdana" panose="020B0604030504040204" pitchFamily="34" charset="0"/>
              </a:rPr>
              <a:t>De </a:t>
            </a:r>
            <a:r>
              <a:rPr lang="en-US" altLang="en-NL" b="1" err="1">
                <a:solidFill>
                  <a:srgbClr val="000000"/>
                </a:solidFill>
                <a:latin typeface="Verdana" panose="020B0604030504040204" pitchFamily="34" charset="0"/>
              </a:rPr>
              <a:t>intra</a:t>
            </a:r>
            <a:r>
              <a:rPr lang="en-US" altLang="en-NL" err="1">
                <a:solidFill>
                  <a:srgbClr val="000000"/>
                </a:solidFill>
                <a:latin typeface="Verdana" panose="020B0604030504040204" pitchFamily="34" charset="0"/>
              </a:rPr>
              <a:t>clusterafstand</a:t>
            </a:r>
            <a:r>
              <a:rPr lang="en-US" altLang="en-NL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en-US" altLang="en-NL" err="1">
                <a:solidFill>
                  <a:srgbClr val="000000"/>
                </a:solidFill>
                <a:latin typeface="Verdana" panose="020B0604030504040204" pitchFamily="34" charset="0"/>
              </a:rPr>
              <a:t>verlaagd</a:t>
            </a:r>
            <a:r>
              <a:rPr lang="en-US" altLang="en-NL">
                <a:solidFill>
                  <a:srgbClr val="000000"/>
                </a:solidFill>
                <a:latin typeface="Verdana" panose="020B0604030504040204" pitchFamily="34" charset="0"/>
              </a:rPr>
              <a:t> is.</a:t>
            </a:r>
            <a:endParaRPr lang="en-US" altLang="en-NL" sz="1800">
              <a:solidFill>
                <a:srgbClr val="000000"/>
              </a:solidFill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7493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88C99E86-813E-C04C-ACFA-5A15EFEB2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737D-49A5-4740-8401-0C4DFF2B9D4A}" type="slidenum">
              <a:rPr lang="nl-NL" smtClean="0"/>
              <a:pPr/>
              <a:t>8</a:t>
            </a:fld>
            <a:endParaRPr lang="nl-NL"/>
          </a:p>
        </p:txBody>
      </p:sp>
      <p:sp>
        <p:nvSpPr>
          <p:cNvPr id="6" name="Tekstvak 7">
            <a:extLst>
              <a:ext uri="{FF2B5EF4-FFF2-40B4-BE49-F238E27FC236}">
                <a16:creationId xmlns:a16="http://schemas.microsoft.com/office/drawing/2014/main" id="{584FD35D-CBEF-84A0-42F2-5B93A23B275D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800">
                <a:solidFill>
                  <a:schemeClr val="bg1"/>
                </a:solidFill>
                <a:latin typeface="+mn-lt"/>
              </a:rPr>
              <a:t>Jelle van Barneveld</a:t>
            </a:r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273C776D-F374-B3EB-C813-03751C639B5D}"/>
              </a:ext>
            </a:extLst>
          </p:cNvPr>
          <p:cNvSpPr txBox="1"/>
          <p:nvPr/>
        </p:nvSpPr>
        <p:spPr>
          <a:xfrm>
            <a:off x="2531828" y="-990"/>
            <a:ext cx="8636105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</a:pPr>
            <a:r>
              <a:rPr lang="en-US" sz="3000" b="1">
                <a:solidFill>
                  <a:srgbClr val="829C30"/>
                </a:solidFill>
                <a:latin typeface="Arial"/>
                <a:ea typeface="MS PGothic" charset="0"/>
              </a:rPr>
              <a:t>K-</a:t>
            </a:r>
            <a:r>
              <a:rPr lang="en-US" sz="3000" b="1" err="1">
                <a:solidFill>
                  <a:srgbClr val="829C30"/>
                </a:solidFill>
                <a:latin typeface="Arial"/>
                <a:ea typeface="MS PGothic" charset="0"/>
              </a:rPr>
              <a:t>meansclustering</a:t>
            </a:r>
            <a:r>
              <a:rPr lang="en-US" sz="3000" b="1">
                <a:solidFill>
                  <a:srgbClr val="829C30"/>
                </a:solidFill>
                <a:latin typeface="Arial"/>
                <a:ea typeface="MS PGothic" charset="0"/>
              </a:rPr>
              <a:t>: de </a:t>
            </a:r>
            <a:r>
              <a:rPr lang="en-US" sz="3000" b="1" err="1">
                <a:solidFill>
                  <a:srgbClr val="829C30"/>
                </a:solidFill>
                <a:latin typeface="Arial"/>
                <a:ea typeface="MS PGothic" charset="0"/>
              </a:rPr>
              <a:t>stappen</a:t>
            </a:r>
            <a:endParaRPr lang="en-US" sz="3000" b="1">
              <a:solidFill>
                <a:srgbClr val="829C30"/>
              </a:solidFill>
              <a:latin typeface="Arial"/>
              <a:ea typeface="MS PGothic" charset="0"/>
            </a:endParaRPr>
          </a:p>
        </p:txBody>
      </p:sp>
      <p:cxnSp>
        <p:nvCxnSpPr>
          <p:cNvPr id="8" name="Straight Connector 10">
            <a:extLst>
              <a:ext uri="{FF2B5EF4-FFF2-40B4-BE49-F238E27FC236}">
                <a16:creationId xmlns:a16="http://schemas.microsoft.com/office/drawing/2014/main" id="{FC46091E-9110-FB9A-343D-BD46860A7326}"/>
              </a:ext>
            </a:extLst>
          </p:cNvPr>
          <p:cNvCxnSpPr>
            <a:cxnSpLocks/>
          </p:cNvCxnSpPr>
          <p:nvPr/>
        </p:nvCxnSpPr>
        <p:spPr>
          <a:xfrm>
            <a:off x="988290" y="812800"/>
            <a:ext cx="11203710" cy="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3">
            <a:extLst>
              <a:ext uri="{FF2B5EF4-FFF2-40B4-BE49-F238E27FC236}">
                <a16:creationId xmlns:a16="http://schemas.microsoft.com/office/drawing/2014/main" id="{03F21FE5-01A9-1CF9-6E21-6F1087E0E0FE}"/>
              </a:ext>
            </a:extLst>
          </p:cNvPr>
          <p:cNvSpPr txBox="1">
            <a:spLocks noChangeArrowheads="1"/>
          </p:cNvSpPr>
          <p:nvPr/>
        </p:nvSpPr>
        <p:spPr>
          <a:xfrm>
            <a:off x="988290" y="812801"/>
            <a:ext cx="11203710" cy="534218"/>
          </a:xfrm>
          <a:prstGeom prst="rect">
            <a:avLst/>
          </a:prstGeom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536575" indent="-263525" algn="l" defTabSz="914400" rtl="0" eaLnBrk="1" latinLnBrk="0" hangingPunct="1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Font typeface="Calibri" panose="020F0502020204030204" pitchFamily="34" charset="0"/>
              <a:buChar char="−"/>
              <a:defRPr sz="20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809625" indent="-273050" algn="l" defTabSz="914400" rtl="0" eaLnBrk="1" latinLnBrk="0" hangingPunct="1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Font typeface="Calibri" panose="020F0502020204030204" pitchFamily="34" charset="0"/>
              <a:buChar char="−"/>
              <a:defRPr sz="20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073150" indent="-263525" algn="l" defTabSz="914400" rtl="0" eaLnBrk="1" latinLnBrk="0" hangingPunct="1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Font typeface="Calibri" panose="020F0502020204030204" pitchFamily="34" charset="0"/>
              <a:buChar char="−"/>
              <a:defRPr sz="20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344613" indent="-271463" algn="l" defTabSz="914400" rtl="0" eaLnBrk="1" latinLnBrk="0" hangingPunct="1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Font typeface="Calibri" panose="020F0502020204030204" pitchFamily="34" charset="0"/>
              <a:buChar char="−"/>
              <a:defRPr sz="20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5900" indent="0" algn="ctr">
              <a:lnSpc>
                <a:spcPct val="110000"/>
              </a:lnSpc>
              <a:buSzPct val="69000"/>
              <a:buFont typeface="Arial" panose="020B0604020202020204" pitchFamily="34" charset="0"/>
              <a:buNone/>
              <a:defRPr/>
            </a:pPr>
            <a:r>
              <a:rPr lang="nl-NL" b="1">
                <a:solidFill>
                  <a:srgbClr val="000000"/>
                </a:solidFill>
                <a:sym typeface="Palatino" charset="0"/>
              </a:rPr>
              <a:t>Stap 1: </a:t>
            </a:r>
            <a:r>
              <a:rPr lang="nl-NL">
                <a:solidFill>
                  <a:srgbClr val="000000"/>
                </a:solidFill>
                <a:sym typeface="Palatino" charset="0"/>
              </a:rPr>
              <a:t>Kies 3 willekeurige punten: dit zijn de “startcentra” van de clusters</a:t>
            </a:r>
          </a:p>
        </p:txBody>
      </p:sp>
      <p:sp>
        <p:nvSpPr>
          <p:cNvPr id="11" name="AutoShape 3">
            <a:extLst>
              <a:ext uri="{FF2B5EF4-FFF2-40B4-BE49-F238E27FC236}">
                <a16:creationId xmlns:a16="http://schemas.microsoft.com/office/drawing/2014/main" id="{5C10A854-3B1F-71F1-976E-737A374F847B}"/>
              </a:ext>
            </a:extLst>
          </p:cNvPr>
          <p:cNvSpPr>
            <a:spLocks/>
          </p:cNvSpPr>
          <p:nvPr/>
        </p:nvSpPr>
        <p:spPr bwMode="auto">
          <a:xfrm>
            <a:off x="4038600" y="4991100"/>
            <a:ext cx="152400" cy="152400"/>
          </a:xfrm>
          <a:prstGeom prst="diamond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2" name="AutoShape 4">
            <a:extLst>
              <a:ext uri="{FF2B5EF4-FFF2-40B4-BE49-F238E27FC236}">
                <a16:creationId xmlns:a16="http://schemas.microsoft.com/office/drawing/2014/main" id="{26453C60-388E-751E-5B9E-4222B56639D0}"/>
              </a:ext>
            </a:extLst>
          </p:cNvPr>
          <p:cNvSpPr>
            <a:spLocks/>
          </p:cNvSpPr>
          <p:nvPr/>
        </p:nvSpPr>
        <p:spPr bwMode="auto">
          <a:xfrm>
            <a:off x="4191000" y="5219700"/>
            <a:ext cx="152400" cy="152400"/>
          </a:xfrm>
          <a:prstGeom prst="diamond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3" name="AutoShape 5">
            <a:extLst>
              <a:ext uri="{FF2B5EF4-FFF2-40B4-BE49-F238E27FC236}">
                <a16:creationId xmlns:a16="http://schemas.microsoft.com/office/drawing/2014/main" id="{DFB79EA2-74B0-60D6-F584-FB28E8EF5086}"/>
              </a:ext>
            </a:extLst>
          </p:cNvPr>
          <p:cNvSpPr>
            <a:spLocks/>
          </p:cNvSpPr>
          <p:nvPr/>
        </p:nvSpPr>
        <p:spPr bwMode="auto">
          <a:xfrm>
            <a:off x="3962400" y="5448300"/>
            <a:ext cx="152400" cy="152400"/>
          </a:xfrm>
          <a:prstGeom prst="diamond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4" name="AutoShape 6">
            <a:extLst>
              <a:ext uri="{FF2B5EF4-FFF2-40B4-BE49-F238E27FC236}">
                <a16:creationId xmlns:a16="http://schemas.microsoft.com/office/drawing/2014/main" id="{F1A2CAD6-491A-C2F3-37DA-9082C3C39248}"/>
              </a:ext>
            </a:extLst>
          </p:cNvPr>
          <p:cNvSpPr>
            <a:spLocks/>
          </p:cNvSpPr>
          <p:nvPr/>
        </p:nvSpPr>
        <p:spPr bwMode="auto">
          <a:xfrm>
            <a:off x="3733800" y="4762500"/>
            <a:ext cx="152400" cy="152400"/>
          </a:xfrm>
          <a:prstGeom prst="diamond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5" name="AutoShape 7">
            <a:extLst>
              <a:ext uri="{FF2B5EF4-FFF2-40B4-BE49-F238E27FC236}">
                <a16:creationId xmlns:a16="http://schemas.microsoft.com/office/drawing/2014/main" id="{82E0785C-5BCB-44CA-7873-92174D9F2C00}"/>
              </a:ext>
            </a:extLst>
          </p:cNvPr>
          <p:cNvSpPr>
            <a:spLocks/>
          </p:cNvSpPr>
          <p:nvPr/>
        </p:nvSpPr>
        <p:spPr bwMode="auto">
          <a:xfrm>
            <a:off x="3733800" y="2400300"/>
            <a:ext cx="152400" cy="152400"/>
          </a:xfrm>
          <a:prstGeom prst="diamond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6" name="AutoShape 8">
            <a:extLst>
              <a:ext uri="{FF2B5EF4-FFF2-40B4-BE49-F238E27FC236}">
                <a16:creationId xmlns:a16="http://schemas.microsoft.com/office/drawing/2014/main" id="{651DF189-AD28-B347-4812-3AC99151ED8C}"/>
              </a:ext>
            </a:extLst>
          </p:cNvPr>
          <p:cNvSpPr>
            <a:spLocks/>
          </p:cNvSpPr>
          <p:nvPr/>
        </p:nvSpPr>
        <p:spPr bwMode="auto">
          <a:xfrm>
            <a:off x="3733800" y="3924300"/>
            <a:ext cx="152400" cy="152400"/>
          </a:xfrm>
          <a:prstGeom prst="diamond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7" name="AutoShape 9">
            <a:extLst>
              <a:ext uri="{FF2B5EF4-FFF2-40B4-BE49-F238E27FC236}">
                <a16:creationId xmlns:a16="http://schemas.microsoft.com/office/drawing/2014/main" id="{8AB79EB5-4A73-03FE-5A03-AB89618A8A37}"/>
              </a:ext>
            </a:extLst>
          </p:cNvPr>
          <p:cNvSpPr>
            <a:spLocks/>
          </p:cNvSpPr>
          <p:nvPr/>
        </p:nvSpPr>
        <p:spPr bwMode="auto">
          <a:xfrm>
            <a:off x="3733800" y="5448300"/>
            <a:ext cx="152400" cy="152400"/>
          </a:xfrm>
          <a:prstGeom prst="diamond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8" name="AutoShape 10">
            <a:extLst>
              <a:ext uri="{FF2B5EF4-FFF2-40B4-BE49-F238E27FC236}">
                <a16:creationId xmlns:a16="http://schemas.microsoft.com/office/drawing/2014/main" id="{D3D7084E-CF02-3E11-7717-161FA5C74290}"/>
              </a:ext>
            </a:extLst>
          </p:cNvPr>
          <p:cNvSpPr>
            <a:spLocks/>
          </p:cNvSpPr>
          <p:nvPr/>
        </p:nvSpPr>
        <p:spPr bwMode="auto">
          <a:xfrm>
            <a:off x="3276600" y="4457700"/>
            <a:ext cx="152400" cy="152400"/>
          </a:xfrm>
          <a:prstGeom prst="diamond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9" name="AutoShape 11">
            <a:extLst>
              <a:ext uri="{FF2B5EF4-FFF2-40B4-BE49-F238E27FC236}">
                <a16:creationId xmlns:a16="http://schemas.microsoft.com/office/drawing/2014/main" id="{77C7A90E-B6B6-086E-846B-D0B3A7121087}"/>
              </a:ext>
            </a:extLst>
          </p:cNvPr>
          <p:cNvSpPr>
            <a:spLocks/>
          </p:cNvSpPr>
          <p:nvPr/>
        </p:nvSpPr>
        <p:spPr bwMode="auto">
          <a:xfrm>
            <a:off x="5803900" y="4127500"/>
            <a:ext cx="152400" cy="152400"/>
          </a:xfrm>
          <a:prstGeom prst="diamond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20" name="AutoShape 12">
            <a:extLst>
              <a:ext uri="{FF2B5EF4-FFF2-40B4-BE49-F238E27FC236}">
                <a16:creationId xmlns:a16="http://schemas.microsoft.com/office/drawing/2014/main" id="{27DBC66D-8641-46FE-F5F2-5788E91BF8A1}"/>
              </a:ext>
            </a:extLst>
          </p:cNvPr>
          <p:cNvSpPr>
            <a:spLocks/>
          </p:cNvSpPr>
          <p:nvPr/>
        </p:nvSpPr>
        <p:spPr bwMode="auto">
          <a:xfrm>
            <a:off x="7543800" y="2171700"/>
            <a:ext cx="152400" cy="152400"/>
          </a:xfrm>
          <a:prstGeom prst="diamond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21" name="AutoShape 13">
            <a:extLst>
              <a:ext uri="{FF2B5EF4-FFF2-40B4-BE49-F238E27FC236}">
                <a16:creationId xmlns:a16="http://schemas.microsoft.com/office/drawing/2014/main" id="{220FDD63-0C00-8931-3C6F-402EAA16250F}"/>
              </a:ext>
            </a:extLst>
          </p:cNvPr>
          <p:cNvSpPr>
            <a:spLocks/>
          </p:cNvSpPr>
          <p:nvPr/>
        </p:nvSpPr>
        <p:spPr bwMode="auto">
          <a:xfrm>
            <a:off x="8001000" y="2247900"/>
            <a:ext cx="152400" cy="152400"/>
          </a:xfrm>
          <a:prstGeom prst="diamond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22" name="AutoShape 14">
            <a:extLst>
              <a:ext uri="{FF2B5EF4-FFF2-40B4-BE49-F238E27FC236}">
                <a16:creationId xmlns:a16="http://schemas.microsoft.com/office/drawing/2014/main" id="{91F84D6C-E8C5-0CC6-317F-48D2D2A1E30E}"/>
              </a:ext>
            </a:extLst>
          </p:cNvPr>
          <p:cNvSpPr>
            <a:spLocks/>
          </p:cNvSpPr>
          <p:nvPr/>
        </p:nvSpPr>
        <p:spPr bwMode="auto">
          <a:xfrm>
            <a:off x="7848600" y="2400300"/>
            <a:ext cx="152400" cy="152400"/>
          </a:xfrm>
          <a:prstGeom prst="diamond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23" name="AutoShape 15">
            <a:extLst>
              <a:ext uri="{FF2B5EF4-FFF2-40B4-BE49-F238E27FC236}">
                <a16:creationId xmlns:a16="http://schemas.microsoft.com/office/drawing/2014/main" id="{F73CBD81-F4C5-2358-DABB-3D3B551F6AAD}"/>
              </a:ext>
            </a:extLst>
          </p:cNvPr>
          <p:cNvSpPr>
            <a:spLocks/>
          </p:cNvSpPr>
          <p:nvPr/>
        </p:nvSpPr>
        <p:spPr bwMode="auto">
          <a:xfrm>
            <a:off x="7696200" y="2552700"/>
            <a:ext cx="152400" cy="152400"/>
          </a:xfrm>
          <a:prstGeom prst="diamond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24" name="AutoShape 16">
            <a:extLst>
              <a:ext uri="{FF2B5EF4-FFF2-40B4-BE49-F238E27FC236}">
                <a16:creationId xmlns:a16="http://schemas.microsoft.com/office/drawing/2014/main" id="{D8D821BD-E5E7-7F14-C5D2-A02BF881B671}"/>
              </a:ext>
            </a:extLst>
          </p:cNvPr>
          <p:cNvSpPr>
            <a:spLocks/>
          </p:cNvSpPr>
          <p:nvPr/>
        </p:nvSpPr>
        <p:spPr bwMode="auto">
          <a:xfrm>
            <a:off x="8001000" y="2705100"/>
            <a:ext cx="152400" cy="152400"/>
          </a:xfrm>
          <a:prstGeom prst="diamond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25" name="AutoShape 17">
            <a:extLst>
              <a:ext uri="{FF2B5EF4-FFF2-40B4-BE49-F238E27FC236}">
                <a16:creationId xmlns:a16="http://schemas.microsoft.com/office/drawing/2014/main" id="{CB1190FD-17F8-6FBF-1D4C-C86AAF80DB33}"/>
              </a:ext>
            </a:extLst>
          </p:cNvPr>
          <p:cNvSpPr>
            <a:spLocks/>
          </p:cNvSpPr>
          <p:nvPr/>
        </p:nvSpPr>
        <p:spPr bwMode="auto">
          <a:xfrm>
            <a:off x="8305800" y="3086100"/>
            <a:ext cx="152400" cy="152400"/>
          </a:xfrm>
          <a:prstGeom prst="diamond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26" name="AutoShape 18">
            <a:extLst>
              <a:ext uri="{FF2B5EF4-FFF2-40B4-BE49-F238E27FC236}">
                <a16:creationId xmlns:a16="http://schemas.microsoft.com/office/drawing/2014/main" id="{73E9B5CF-17D2-0668-F710-624A28EFC755}"/>
              </a:ext>
            </a:extLst>
          </p:cNvPr>
          <p:cNvSpPr>
            <a:spLocks/>
          </p:cNvSpPr>
          <p:nvPr/>
        </p:nvSpPr>
        <p:spPr bwMode="auto">
          <a:xfrm>
            <a:off x="6553200" y="2171700"/>
            <a:ext cx="152400" cy="152400"/>
          </a:xfrm>
          <a:prstGeom prst="diamond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27" name="AutoShape 19">
            <a:extLst>
              <a:ext uri="{FF2B5EF4-FFF2-40B4-BE49-F238E27FC236}">
                <a16:creationId xmlns:a16="http://schemas.microsoft.com/office/drawing/2014/main" id="{E2CA3DBC-D877-2194-3569-430E15065DB6}"/>
              </a:ext>
            </a:extLst>
          </p:cNvPr>
          <p:cNvSpPr>
            <a:spLocks/>
          </p:cNvSpPr>
          <p:nvPr/>
        </p:nvSpPr>
        <p:spPr bwMode="auto">
          <a:xfrm>
            <a:off x="6858000" y="3619500"/>
            <a:ext cx="152400" cy="152400"/>
          </a:xfrm>
          <a:prstGeom prst="diamond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28" name="AutoShape 20">
            <a:extLst>
              <a:ext uri="{FF2B5EF4-FFF2-40B4-BE49-F238E27FC236}">
                <a16:creationId xmlns:a16="http://schemas.microsoft.com/office/drawing/2014/main" id="{7AB590D7-A9DA-0CB4-E933-10973CBE935E}"/>
              </a:ext>
            </a:extLst>
          </p:cNvPr>
          <p:cNvSpPr>
            <a:spLocks/>
          </p:cNvSpPr>
          <p:nvPr/>
        </p:nvSpPr>
        <p:spPr bwMode="auto">
          <a:xfrm>
            <a:off x="6858000" y="5143500"/>
            <a:ext cx="152400" cy="152400"/>
          </a:xfrm>
          <a:prstGeom prst="diamond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29" name="AutoShape 21">
            <a:extLst>
              <a:ext uri="{FF2B5EF4-FFF2-40B4-BE49-F238E27FC236}">
                <a16:creationId xmlns:a16="http://schemas.microsoft.com/office/drawing/2014/main" id="{18164CF4-C602-0DE5-CE10-599287787377}"/>
              </a:ext>
            </a:extLst>
          </p:cNvPr>
          <p:cNvSpPr>
            <a:spLocks/>
          </p:cNvSpPr>
          <p:nvPr/>
        </p:nvSpPr>
        <p:spPr bwMode="auto">
          <a:xfrm>
            <a:off x="7239000" y="5448300"/>
            <a:ext cx="152400" cy="152400"/>
          </a:xfrm>
          <a:prstGeom prst="diamond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30" name="AutoShape 22">
            <a:extLst>
              <a:ext uri="{FF2B5EF4-FFF2-40B4-BE49-F238E27FC236}">
                <a16:creationId xmlns:a16="http://schemas.microsoft.com/office/drawing/2014/main" id="{6E7F7D1C-E236-32CA-E455-07BA0D63D16D}"/>
              </a:ext>
            </a:extLst>
          </p:cNvPr>
          <p:cNvSpPr>
            <a:spLocks/>
          </p:cNvSpPr>
          <p:nvPr/>
        </p:nvSpPr>
        <p:spPr bwMode="auto">
          <a:xfrm>
            <a:off x="7620000" y="4686300"/>
            <a:ext cx="152400" cy="152400"/>
          </a:xfrm>
          <a:prstGeom prst="diamond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31" name="AutoShape 23">
            <a:extLst>
              <a:ext uri="{FF2B5EF4-FFF2-40B4-BE49-F238E27FC236}">
                <a16:creationId xmlns:a16="http://schemas.microsoft.com/office/drawing/2014/main" id="{504935E3-7740-EBC6-D50D-04C570605B2A}"/>
              </a:ext>
            </a:extLst>
          </p:cNvPr>
          <p:cNvSpPr>
            <a:spLocks/>
          </p:cNvSpPr>
          <p:nvPr/>
        </p:nvSpPr>
        <p:spPr bwMode="auto">
          <a:xfrm>
            <a:off x="6781800" y="4076700"/>
            <a:ext cx="152400" cy="152400"/>
          </a:xfrm>
          <a:prstGeom prst="diamond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32" name="AutoShape 24">
            <a:extLst>
              <a:ext uri="{FF2B5EF4-FFF2-40B4-BE49-F238E27FC236}">
                <a16:creationId xmlns:a16="http://schemas.microsoft.com/office/drawing/2014/main" id="{2FDA13A1-27FD-400E-297F-4830D45D6C3D}"/>
              </a:ext>
            </a:extLst>
          </p:cNvPr>
          <p:cNvSpPr>
            <a:spLocks/>
          </p:cNvSpPr>
          <p:nvPr/>
        </p:nvSpPr>
        <p:spPr bwMode="auto">
          <a:xfrm>
            <a:off x="6019800" y="4533900"/>
            <a:ext cx="152400" cy="152400"/>
          </a:xfrm>
          <a:prstGeom prst="diamond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33" name="AutoShape 25">
            <a:extLst>
              <a:ext uri="{FF2B5EF4-FFF2-40B4-BE49-F238E27FC236}">
                <a16:creationId xmlns:a16="http://schemas.microsoft.com/office/drawing/2014/main" id="{99BA7915-488D-F94C-DFB6-AC86BB3D7CC9}"/>
              </a:ext>
            </a:extLst>
          </p:cNvPr>
          <p:cNvSpPr>
            <a:spLocks/>
          </p:cNvSpPr>
          <p:nvPr/>
        </p:nvSpPr>
        <p:spPr bwMode="auto">
          <a:xfrm>
            <a:off x="8001000" y="4991100"/>
            <a:ext cx="152400" cy="152400"/>
          </a:xfrm>
          <a:prstGeom prst="diamond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34" name="AutoShape 26">
            <a:extLst>
              <a:ext uri="{FF2B5EF4-FFF2-40B4-BE49-F238E27FC236}">
                <a16:creationId xmlns:a16="http://schemas.microsoft.com/office/drawing/2014/main" id="{8ED84E8E-6D5C-7B2E-29D1-677C0FA31952}"/>
              </a:ext>
            </a:extLst>
          </p:cNvPr>
          <p:cNvSpPr>
            <a:spLocks/>
          </p:cNvSpPr>
          <p:nvPr/>
        </p:nvSpPr>
        <p:spPr bwMode="auto">
          <a:xfrm>
            <a:off x="7848600" y="5372100"/>
            <a:ext cx="152400" cy="152400"/>
          </a:xfrm>
          <a:prstGeom prst="diamond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35" name="AutoShape 27">
            <a:extLst>
              <a:ext uri="{FF2B5EF4-FFF2-40B4-BE49-F238E27FC236}">
                <a16:creationId xmlns:a16="http://schemas.microsoft.com/office/drawing/2014/main" id="{B748C8D9-9213-AE80-781E-717DEF25F397}"/>
              </a:ext>
            </a:extLst>
          </p:cNvPr>
          <p:cNvSpPr>
            <a:spLocks/>
          </p:cNvSpPr>
          <p:nvPr/>
        </p:nvSpPr>
        <p:spPr bwMode="auto">
          <a:xfrm>
            <a:off x="7696200" y="4381500"/>
            <a:ext cx="152400" cy="152400"/>
          </a:xfrm>
          <a:prstGeom prst="diamond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36" name="AutoShape 28">
            <a:extLst>
              <a:ext uri="{FF2B5EF4-FFF2-40B4-BE49-F238E27FC236}">
                <a16:creationId xmlns:a16="http://schemas.microsoft.com/office/drawing/2014/main" id="{2471114A-72DA-AFC5-32D3-912A76899324}"/>
              </a:ext>
            </a:extLst>
          </p:cNvPr>
          <p:cNvSpPr>
            <a:spLocks/>
          </p:cNvSpPr>
          <p:nvPr/>
        </p:nvSpPr>
        <p:spPr bwMode="auto">
          <a:xfrm>
            <a:off x="8305800" y="5600700"/>
            <a:ext cx="152400" cy="152400"/>
          </a:xfrm>
          <a:prstGeom prst="diamond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37" name="AutoShape 29">
            <a:extLst>
              <a:ext uri="{FF2B5EF4-FFF2-40B4-BE49-F238E27FC236}">
                <a16:creationId xmlns:a16="http://schemas.microsoft.com/office/drawing/2014/main" id="{32632388-9521-0D61-A0ED-0EEC292C3FA1}"/>
              </a:ext>
            </a:extLst>
          </p:cNvPr>
          <p:cNvSpPr>
            <a:spLocks/>
          </p:cNvSpPr>
          <p:nvPr/>
        </p:nvSpPr>
        <p:spPr bwMode="auto">
          <a:xfrm>
            <a:off x="7467600" y="2933700"/>
            <a:ext cx="152400" cy="152400"/>
          </a:xfrm>
          <a:prstGeom prst="diamond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grpSp>
        <p:nvGrpSpPr>
          <p:cNvPr id="38" name="Group 39">
            <a:extLst>
              <a:ext uri="{FF2B5EF4-FFF2-40B4-BE49-F238E27FC236}">
                <a16:creationId xmlns:a16="http://schemas.microsoft.com/office/drawing/2014/main" id="{6FD73AE2-1B70-FB7F-7255-53089BD6A7CC}"/>
              </a:ext>
            </a:extLst>
          </p:cNvPr>
          <p:cNvGrpSpPr>
            <a:grpSpLocks/>
          </p:cNvGrpSpPr>
          <p:nvPr/>
        </p:nvGrpSpPr>
        <p:grpSpPr bwMode="auto">
          <a:xfrm>
            <a:off x="4495800" y="2628900"/>
            <a:ext cx="2755900" cy="3378200"/>
            <a:chOff x="0" y="0"/>
            <a:chExt cx="1736" cy="2128"/>
          </a:xfrm>
        </p:grpSpPr>
        <p:grpSp>
          <p:nvGrpSpPr>
            <p:cNvPr id="39" name="Group 32">
              <a:extLst>
                <a:ext uri="{FF2B5EF4-FFF2-40B4-BE49-F238E27FC236}">
                  <a16:creationId xmlns:a16="http://schemas.microsoft.com/office/drawing/2014/main" id="{0A42B4D8-EECC-F18C-310D-05B5A03A3FD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0" y="0"/>
              <a:ext cx="440" cy="399"/>
              <a:chOff x="0" y="0"/>
              <a:chExt cx="440" cy="399"/>
            </a:xfrm>
          </p:grpSpPr>
          <p:sp>
            <p:nvSpPr>
              <p:cNvPr id="46" name="Oval 30">
                <a:extLst>
                  <a:ext uri="{FF2B5EF4-FFF2-40B4-BE49-F238E27FC236}">
                    <a16:creationId xmlns:a16="http://schemas.microsoft.com/office/drawing/2014/main" id="{C40687DA-883D-9F65-F99A-D6161E9766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0" y="0"/>
                <a:ext cx="144" cy="144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 eaLnBrk="0" hangingPunct="0">
                  <a:defRPr sz="2600">
                    <a:solidFill>
                      <a:srgbClr val="3F3F3F"/>
                    </a:solidFill>
                    <a:latin typeface="Palatino" pitchFamily="2" charset="77"/>
                    <a:ea typeface="ＭＳ Ｐゴシック" panose="020B0600070205080204" pitchFamily="34" charset="-128"/>
                    <a:sym typeface="Palatino" pitchFamily="2" charset="77"/>
                  </a:defRPr>
                </a:lvl1pPr>
                <a:lvl2pPr marL="742950" indent="-285750" eaLnBrk="0" hangingPunct="0">
                  <a:defRPr sz="2600">
                    <a:solidFill>
                      <a:srgbClr val="3F3F3F"/>
                    </a:solidFill>
                    <a:latin typeface="Palatino" pitchFamily="2" charset="77"/>
                    <a:ea typeface="ＭＳ Ｐゴシック" panose="020B0600070205080204" pitchFamily="34" charset="-128"/>
                    <a:sym typeface="Palatino" pitchFamily="2" charset="77"/>
                  </a:defRPr>
                </a:lvl2pPr>
                <a:lvl3pPr marL="1143000" indent="-228600" eaLnBrk="0" hangingPunct="0">
                  <a:defRPr sz="2600">
                    <a:solidFill>
                      <a:srgbClr val="3F3F3F"/>
                    </a:solidFill>
                    <a:latin typeface="Palatino" pitchFamily="2" charset="77"/>
                    <a:ea typeface="ＭＳ Ｐゴシック" panose="020B0600070205080204" pitchFamily="34" charset="-128"/>
                    <a:sym typeface="Palatino" pitchFamily="2" charset="77"/>
                  </a:defRPr>
                </a:lvl3pPr>
                <a:lvl4pPr marL="1600200" indent="-228600" eaLnBrk="0" hangingPunct="0">
                  <a:defRPr sz="2600">
                    <a:solidFill>
                      <a:srgbClr val="3F3F3F"/>
                    </a:solidFill>
                    <a:latin typeface="Palatino" pitchFamily="2" charset="77"/>
                    <a:ea typeface="ＭＳ Ｐゴシック" panose="020B0600070205080204" pitchFamily="34" charset="-128"/>
                    <a:sym typeface="Palatino" pitchFamily="2" charset="77"/>
                  </a:defRPr>
                </a:lvl4pPr>
                <a:lvl5pPr marL="2057400" indent="-228600" eaLnBrk="0" hangingPunct="0">
                  <a:defRPr sz="2600">
                    <a:solidFill>
                      <a:srgbClr val="3F3F3F"/>
                    </a:solidFill>
                    <a:latin typeface="Palatino" pitchFamily="2" charset="77"/>
                    <a:ea typeface="ＭＳ Ｐゴシック" panose="020B0600070205080204" pitchFamily="34" charset="-128"/>
                    <a:sym typeface="Palatino" pitchFamily="2" charset="77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600">
                    <a:solidFill>
                      <a:srgbClr val="3F3F3F"/>
                    </a:solidFill>
                    <a:latin typeface="Palatino" pitchFamily="2" charset="77"/>
                    <a:ea typeface="ＭＳ Ｐゴシック" panose="020B0600070205080204" pitchFamily="34" charset="-128"/>
                    <a:sym typeface="Palatino" pitchFamily="2" charset="77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600">
                    <a:solidFill>
                      <a:srgbClr val="3F3F3F"/>
                    </a:solidFill>
                    <a:latin typeface="Palatino" pitchFamily="2" charset="77"/>
                    <a:ea typeface="ＭＳ Ｐゴシック" panose="020B0600070205080204" pitchFamily="34" charset="-128"/>
                    <a:sym typeface="Palatino" pitchFamily="2" charset="77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600">
                    <a:solidFill>
                      <a:srgbClr val="3F3F3F"/>
                    </a:solidFill>
                    <a:latin typeface="Palatino" pitchFamily="2" charset="77"/>
                    <a:ea typeface="ＭＳ Ｐゴシック" panose="020B0600070205080204" pitchFamily="34" charset="-128"/>
                    <a:sym typeface="Palatino" pitchFamily="2" charset="77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600">
                    <a:solidFill>
                      <a:srgbClr val="3F3F3F"/>
                    </a:solidFill>
                    <a:latin typeface="Palatino" pitchFamily="2" charset="77"/>
                    <a:ea typeface="ＭＳ Ｐゴシック" panose="020B0600070205080204" pitchFamily="34" charset="-128"/>
                    <a:sym typeface="Palatino" pitchFamily="2" charset="77"/>
                  </a:defRPr>
                </a:lvl9pPr>
              </a:lstStyle>
              <a:p>
                <a:pPr eaLnBrk="1" hangingPunct="1"/>
                <a:endParaRPr lang="nl-NL" altLang="en-NL"/>
              </a:p>
            </p:txBody>
          </p:sp>
          <p:sp>
            <p:nvSpPr>
              <p:cNvPr id="47" name="Rectangle 31">
                <a:extLst>
                  <a:ext uri="{FF2B5EF4-FFF2-40B4-BE49-F238E27FC236}">
                    <a16:creationId xmlns:a16="http://schemas.microsoft.com/office/drawing/2014/main" id="{FFF08A8E-E70E-12C3-E198-B442F597D1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" y="47"/>
                <a:ext cx="344" cy="3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38100" tIns="38100" rIns="38100" bIns="38100"/>
              <a:lstStyle>
                <a:lvl1pPr eaLnBrk="0" hangingPunct="0">
                  <a:defRPr sz="2600">
                    <a:solidFill>
                      <a:srgbClr val="3F3F3F"/>
                    </a:solidFill>
                    <a:latin typeface="Palatino" pitchFamily="2" charset="77"/>
                    <a:ea typeface="ＭＳ Ｐゴシック" panose="020B0600070205080204" pitchFamily="34" charset="-128"/>
                    <a:sym typeface="Palatino" pitchFamily="2" charset="77"/>
                  </a:defRPr>
                </a:lvl1pPr>
                <a:lvl2pPr marL="742950" indent="-285750" eaLnBrk="0" hangingPunct="0">
                  <a:defRPr sz="2600">
                    <a:solidFill>
                      <a:srgbClr val="3F3F3F"/>
                    </a:solidFill>
                    <a:latin typeface="Palatino" pitchFamily="2" charset="77"/>
                    <a:ea typeface="ＭＳ Ｐゴシック" panose="020B0600070205080204" pitchFamily="34" charset="-128"/>
                    <a:sym typeface="Palatino" pitchFamily="2" charset="77"/>
                  </a:defRPr>
                </a:lvl2pPr>
                <a:lvl3pPr marL="1143000" indent="-228600" eaLnBrk="0" hangingPunct="0">
                  <a:defRPr sz="2600">
                    <a:solidFill>
                      <a:srgbClr val="3F3F3F"/>
                    </a:solidFill>
                    <a:latin typeface="Palatino" pitchFamily="2" charset="77"/>
                    <a:ea typeface="ＭＳ Ｐゴシック" panose="020B0600070205080204" pitchFamily="34" charset="-128"/>
                    <a:sym typeface="Palatino" pitchFamily="2" charset="77"/>
                  </a:defRPr>
                </a:lvl3pPr>
                <a:lvl4pPr marL="1600200" indent="-228600" eaLnBrk="0" hangingPunct="0">
                  <a:defRPr sz="2600">
                    <a:solidFill>
                      <a:srgbClr val="3F3F3F"/>
                    </a:solidFill>
                    <a:latin typeface="Palatino" pitchFamily="2" charset="77"/>
                    <a:ea typeface="ＭＳ Ｐゴシック" panose="020B0600070205080204" pitchFamily="34" charset="-128"/>
                    <a:sym typeface="Palatino" pitchFamily="2" charset="77"/>
                  </a:defRPr>
                </a:lvl4pPr>
                <a:lvl5pPr marL="2057400" indent="-228600" eaLnBrk="0" hangingPunct="0">
                  <a:defRPr sz="2600">
                    <a:solidFill>
                      <a:srgbClr val="3F3F3F"/>
                    </a:solidFill>
                    <a:latin typeface="Palatino" pitchFamily="2" charset="77"/>
                    <a:ea typeface="ＭＳ Ｐゴシック" panose="020B0600070205080204" pitchFamily="34" charset="-128"/>
                    <a:sym typeface="Palatino" pitchFamily="2" charset="77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600">
                    <a:solidFill>
                      <a:srgbClr val="3F3F3F"/>
                    </a:solidFill>
                    <a:latin typeface="Palatino" pitchFamily="2" charset="77"/>
                    <a:ea typeface="ＭＳ Ｐゴシック" panose="020B0600070205080204" pitchFamily="34" charset="-128"/>
                    <a:sym typeface="Palatino" pitchFamily="2" charset="77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600">
                    <a:solidFill>
                      <a:srgbClr val="3F3F3F"/>
                    </a:solidFill>
                    <a:latin typeface="Palatino" pitchFamily="2" charset="77"/>
                    <a:ea typeface="ＭＳ Ｐゴシック" panose="020B0600070205080204" pitchFamily="34" charset="-128"/>
                    <a:sym typeface="Palatino" pitchFamily="2" charset="77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600">
                    <a:solidFill>
                      <a:srgbClr val="3F3F3F"/>
                    </a:solidFill>
                    <a:latin typeface="Palatino" pitchFamily="2" charset="77"/>
                    <a:ea typeface="ＭＳ Ｐゴシック" panose="020B0600070205080204" pitchFamily="34" charset="-128"/>
                    <a:sym typeface="Palatino" pitchFamily="2" charset="77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600">
                    <a:solidFill>
                      <a:srgbClr val="3F3F3F"/>
                    </a:solidFill>
                    <a:latin typeface="Palatino" pitchFamily="2" charset="77"/>
                    <a:ea typeface="ＭＳ Ｐゴシック" panose="020B0600070205080204" pitchFamily="34" charset="-128"/>
                    <a:sym typeface="Palatino" pitchFamily="2" charset="77"/>
                  </a:defRPr>
                </a:lvl9pPr>
              </a:lstStyle>
              <a:p>
                <a:pPr eaLnBrk="1" hangingPunct="1">
                  <a:spcBef>
                    <a:spcPts val="1075"/>
                  </a:spcBef>
                </a:pPr>
                <a:r>
                  <a:rPr lang="en-US" altLang="en-NL">
                    <a:solidFill>
                      <a:schemeClr val="tx1"/>
                    </a:solidFill>
                    <a:latin typeface="Verdana" panose="020B0604030504040204" pitchFamily="34" charset="0"/>
                  </a:rPr>
                  <a:t>k</a:t>
                </a:r>
                <a:r>
                  <a:rPr lang="en-US" altLang="en-NL" baseline="-19000">
                    <a:solidFill>
                      <a:schemeClr val="tx1"/>
                    </a:solidFill>
                    <a:latin typeface="Verdana" panose="020B0604030504040204" pitchFamily="34" charset="0"/>
                  </a:rPr>
                  <a:t>1</a:t>
                </a:r>
              </a:p>
            </p:txBody>
          </p:sp>
        </p:grpSp>
        <p:grpSp>
          <p:nvGrpSpPr>
            <p:cNvPr id="40" name="Group 35">
              <a:extLst>
                <a:ext uri="{FF2B5EF4-FFF2-40B4-BE49-F238E27FC236}">
                  <a16:creationId xmlns:a16="http://schemas.microsoft.com/office/drawing/2014/main" id="{A837CC1E-6DA8-BB4C-5C35-0A3FF8F0F77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720"/>
              <a:ext cx="440" cy="399"/>
              <a:chOff x="0" y="0"/>
              <a:chExt cx="440" cy="399"/>
            </a:xfrm>
          </p:grpSpPr>
          <p:sp>
            <p:nvSpPr>
              <p:cNvPr id="44" name="Oval 33">
                <a:extLst>
                  <a:ext uri="{FF2B5EF4-FFF2-40B4-BE49-F238E27FC236}">
                    <a16:creationId xmlns:a16="http://schemas.microsoft.com/office/drawing/2014/main" id="{5DBE27CF-0FC0-6C02-E823-56916C5464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0" y="0"/>
                <a:ext cx="144" cy="144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 eaLnBrk="0" hangingPunct="0">
                  <a:defRPr sz="2600">
                    <a:solidFill>
                      <a:srgbClr val="3F3F3F"/>
                    </a:solidFill>
                    <a:latin typeface="Palatino" pitchFamily="2" charset="77"/>
                    <a:ea typeface="ＭＳ Ｐゴシック" panose="020B0600070205080204" pitchFamily="34" charset="-128"/>
                    <a:sym typeface="Palatino" pitchFamily="2" charset="77"/>
                  </a:defRPr>
                </a:lvl1pPr>
                <a:lvl2pPr marL="742950" indent="-285750" eaLnBrk="0" hangingPunct="0">
                  <a:defRPr sz="2600">
                    <a:solidFill>
                      <a:srgbClr val="3F3F3F"/>
                    </a:solidFill>
                    <a:latin typeface="Palatino" pitchFamily="2" charset="77"/>
                    <a:ea typeface="ＭＳ Ｐゴシック" panose="020B0600070205080204" pitchFamily="34" charset="-128"/>
                    <a:sym typeface="Palatino" pitchFamily="2" charset="77"/>
                  </a:defRPr>
                </a:lvl2pPr>
                <a:lvl3pPr marL="1143000" indent="-228600" eaLnBrk="0" hangingPunct="0">
                  <a:defRPr sz="2600">
                    <a:solidFill>
                      <a:srgbClr val="3F3F3F"/>
                    </a:solidFill>
                    <a:latin typeface="Palatino" pitchFamily="2" charset="77"/>
                    <a:ea typeface="ＭＳ Ｐゴシック" panose="020B0600070205080204" pitchFamily="34" charset="-128"/>
                    <a:sym typeface="Palatino" pitchFamily="2" charset="77"/>
                  </a:defRPr>
                </a:lvl3pPr>
                <a:lvl4pPr marL="1600200" indent="-228600" eaLnBrk="0" hangingPunct="0">
                  <a:defRPr sz="2600">
                    <a:solidFill>
                      <a:srgbClr val="3F3F3F"/>
                    </a:solidFill>
                    <a:latin typeface="Palatino" pitchFamily="2" charset="77"/>
                    <a:ea typeface="ＭＳ Ｐゴシック" panose="020B0600070205080204" pitchFamily="34" charset="-128"/>
                    <a:sym typeface="Palatino" pitchFamily="2" charset="77"/>
                  </a:defRPr>
                </a:lvl4pPr>
                <a:lvl5pPr marL="2057400" indent="-228600" eaLnBrk="0" hangingPunct="0">
                  <a:defRPr sz="2600">
                    <a:solidFill>
                      <a:srgbClr val="3F3F3F"/>
                    </a:solidFill>
                    <a:latin typeface="Palatino" pitchFamily="2" charset="77"/>
                    <a:ea typeface="ＭＳ Ｐゴシック" panose="020B0600070205080204" pitchFamily="34" charset="-128"/>
                    <a:sym typeface="Palatino" pitchFamily="2" charset="77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600">
                    <a:solidFill>
                      <a:srgbClr val="3F3F3F"/>
                    </a:solidFill>
                    <a:latin typeface="Palatino" pitchFamily="2" charset="77"/>
                    <a:ea typeface="ＭＳ Ｐゴシック" panose="020B0600070205080204" pitchFamily="34" charset="-128"/>
                    <a:sym typeface="Palatino" pitchFamily="2" charset="77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600">
                    <a:solidFill>
                      <a:srgbClr val="3F3F3F"/>
                    </a:solidFill>
                    <a:latin typeface="Palatino" pitchFamily="2" charset="77"/>
                    <a:ea typeface="ＭＳ Ｐゴシック" panose="020B0600070205080204" pitchFamily="34" charset="-128"/>
                    <a:sym typeface="Palatino" pitchFamily="2" charset="77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600">
                    <a:solidFill>
                      <a:srgbClr val="3F3F3F"/>
                    </a:solidFill>
                    <a:latin typeface="Palatino" pitchFamily="2" charset="77"/>
                    <a:ea typeface="ＭＳ Ｐゴシック" panose="020B0600070205080204" pitchFamily="34" charset="-128"/>
                    <a:sym typeface="Palatino" pitchFamily="2" charset="77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600">
                    <a:solidFill>
                      <a:srgbClr val="3F3F3F"/>
                    </a:solidFill>
                    <a:latin typeface="Palatino" pitchFamily="2" charset="77"/>
                    <a:ea typeface="ＭＳ Ｐゴシック" panose="020B0600070205080204" pitchFamily="34" charset="-128"/>
                    <a:sym typeface="Palatino" pitchFamily="2" charset="77"/>
                  </a:defRPr>
                </a:lvl9pPr>
              </a:lstStyle>
              <a:p>
                <a:pPr eaLnBrk="1" hangingPunct="1"/>
                <a:endParaRPr lang="nl-NL" altLang="en-NL"/>
              </a:p>
            </p:txBody>
          </p:sp>
          <p:sp>
            <p:nvSpPr>
              <p:cNvPr id="45" name="Rectangle 34">
                <a:extLst>
                  <a:ext uri="{FF2B5EF4-FFF2-40B4-BE49-F238E27FC236}">
                    <a16:creationId xmlns:a16="http://schemas.microsoft.com/office/drawing/2014/main" id="{7703CBBC-8BBE-30D5-14D1-682625DE2C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" y="47"/>
                <a:ext cx="344" cy="3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38100" tIns="38100" rIns="38100" bIns="38100"/>
              <a:lstStyle>
                <a:lvl1pPr eaLnBrk="0" hangingPunct="0">
                  <a:defRPr sz="2600">
                    <a:solidFill>
                      <a:srgbClr val="3F3F3F"/>
                    </a:solidFill>
                    <a:latin typeface="Palatino" pitchFamily="2" charset="77"/>
                    <a:ea typeface="ＭＳ Ｐゴシック" panose="020B0600070205080204" pitchFamily="34" charset="-128"/>
                    <a:sym typeface="Palatino" pitchFamily="2" charset="77"/>
                  </a:defRPr>
                </a:lvl1pPr>
                <a:lvl2pPr marL="742950" indent="-285750" eaLnBrk="0" hangingPunct="0">
                  <a:defRPr sz="2600">
                    <a:solidFill>
                      <a:srgbClr val="3F3F3F"/>
                    </a:solidFill>
                    <a:latin typeface="Palatino" pitchFamily="2" charset="77"/>
                    <a:ea typeface="ＭＳ Ｐゴシック" panose="020B0600070205080204" pitchFamily="34" charset="-128"/>
                    <a:sym typeface="Palatino" pitchFamily="2" charset="77"/>
                  </a:defRPr>
                </a:lvl2pPr>
                <a:lvl3pPr marL="1143000" indent="-228600" eaLnBrk="0" hangingPunct="0">
                  <a:defRPr sz="2600">
                    <a:solidFill>
                      <a:srgbClr val="3F3F3F"/>
                    </a:solidFill>
                    <a:latin typeface="Palatino" pitchFamily="2" charset="77"/>
                    <a:ea typeface="ＭＳ Ｐゴシック" panose="020B0600070205080204" pitchFamily="34" charset="-128"/>
                    <a:sym typeface="Palatino" pitchFamily="2" charset="77"/>
                  </a:defRPr>
                </a:lvl3pPr>
                <a:lvl4pPr marL="1600200" indent="-228600" eaLnBrk="0" hangingPunct="0">
                  <a:defRPr sz="2600">
                    <a:solidFill>
                      <a:srgbClr val="3F3F3F"/>
                    </a:solidFill>
                    <a:latin typeface="Palatino" pitchFamily="2" charset="77"/>
                    <a:ea typeface="ＭＳ Ｐゴシック" panose="020B0600070205080204" pitchFamily="34" charset="-128"/>
                    <a:sym typeface="Palatino" pitchFamily="2" charset="77"/>
                  </a:defRPr>
                </a:lvl4pPr>
                <a:lvl5pPr marL="2057400" indent="-228600" eaLnBrk="0" hangingPunct="0">
                  <a:defRPr sz="2600">
                    <a:solidFill>
                      <a:srgbClr val="3F3F3F"/>
                    </a:solidFill>
                    <a:latin typeface="Palatino" pitchFamily="2" charset="77"/>
                    <a:ea typeface="ＭＳ Ｐゴシック" panose="020B0600070205080204" pitchFamily="34" charset="-128"/>
                    <a:sym typeface="Palatino" pitchFamily="2" charset="77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600">
                    <a:solidFill>
                      <a:srgbClr val="3F3F3F"/>
                    </a:solidFill>
                    <a:latin typeface="Palatino" pitchFamily="2" charset="77"/>
                    <a:ea typeface="ＭＳ Ｐゴシック" panose="020B0600070205080204" pitchFamily="34" charset="-128"/>
                    <a:sym typeface="Palatino" pitchFamily="2" charset="77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600">
                    <a:solidFill>
                      <a:srgbClr val="3F3F3F"/>
                    </a:solidFill>
                    <a:latin typeface="Palatino" pitchFamily="2" charset="77"/>
                    <a:ea typeface="ＭＳ Ｐゴシック" panose="020B0600070205080204" pitchFamily="34" charset="-128"/>
                    <a:sym typeface="Palatino" pitchFamily="2" charset="77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600">
                    <a:solidFill>
                      <a:srgbClr val="3F3F3F"/>
                    </a:solidFill>
                    <a:latin typeface="Palatino" pitchFamily="2" charset="77"/>
                    <a:ea typeface="ＭＳ Ｐゴシック" panose="020B0600070205080204" pitchFamily="34" charset="-128"/>
                    <a:sym typeface="Palatino" pitchFamily="2" charset="77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600">
                    <a:solidFill>
                      <a:srgbClr val="3F3F3F"/>
                    </a:solidFill>
                    <a:latin typeface="Palatino" pitchFamily="2" charset="77"/>
                    <a:ea typeface="ＭＳ Ｐゴシック" panose="020B0600070205080204" pitchFamily="34" charset="-128"/>
                    <a:sym typeface="Palatino" pitchFamily="2" charset="77"/>
                  </a:defRPr>
                </a:lvl9pPr>
              </a:lstStyle>
              <a:p>
                <a:pPr eaLnBrk="1" hangingPunct="1">
                  <a:spcBef>
                    <a:spcPts val="1075"/>
                  </a:spcBef>
                </a:pPr>
                <a:r>
                  <a:rPr lang="en-US" altLang="en-NL">
                    <a:solidFill>
                      <a:schemeClr val="tx1"/>
                    </a:solidFill>
                    <a:latin typeface="Verdana" panose="020B0604030504040204" pitchFamily="34" charset="0"/>
                  </a:rPr>
                  <a:t>k</a:t>
                </a:r>
                <a:r>
                  <a:rPr lang="en-US" altLang="en-NL" baseline="-19000">
                    <a:solidFill>
                      <a:schemeClr val="tx1"/>
                    </a:solidFill>
                    <a:latin typeface="Verdana" panose="020B0604030504040204" pitchFamily="34" charset="0"/>
                  </a:rPr>
                  <a:t>2</a:t>
                </a:r>
              </a:p>
            </p:txBody>
          </p:sp>
        </p:grpSp>
        <p:grpSp>
          <p:nvGrpSpPr>
            <p:cNvPr id="41" name="Group 38">
              <a:extLst>
                <a:ext uri="{FF2B5EF4-FFF2-40B4-BE49-F238E27FC236}">
                  <a16:creationId xmlns:a16="http://schemas.microsoft.com/office/drawing/2014/main" id="{7234151F-38E8-44BE-0C74-CFAF0891FF7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96" y="1728"/>
              <a:ext cx="440" cy="400"/>
              <a:chOff x="0" y="0"/>
              <a:chExt cx="440" cy="400"/>
            </a:xfrm>
          </p:grpSpPr>
          <p:sp>
            <p:nvSpPr>
              <p:cNvPr id="42" name="Oval 36">
                <a:extLst>
                  <a:ext uri="{FF2B5EF4-FFF2-40B4-BE49-F238E27FC236}">
                    <a16:creationId xmlns:a16="http://schemas.microsoft.com/office/drawing/2014/main" id="{58A28D57-F28F-D82E-B1A6-558DB290A4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0" y="0"/>
                <a:ext cx="144" cy="144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 eaLnBrk="0" hangingPunct="0">
                  <a:defRPr sz="2600">
                    <a:solidFill>
                      <a:srgbClr val="3F3F3F"/>
                    </a:solidFill>
                    <a:latin typeface="Palatino" pitchFamily="2" charset="77"/>
                    <a:ea typeface="ＭＳ Ｐゴシック" panose="020B0600070205080204" pitchFamily="34" charset="-128"/>
                    <a:sym typeface="Palatino" pitchFamily="2" charset="77"/>
                  </a:defRPr>
                </a:lvl1pPr>
                <a:lvl2pPr marL="742950" indent="-285750" eaLnBrk="0" hangingPunct="0">
                  <a:defRPr sz="2600">
                    <a:solidFill>
                      <a:srgbClr val="3F3F3F"/>
                    </a:solidFill>
                    <a:latin typeface="Palatino" pitchFamily="2" charset="77"/>
                    <a:ea typeface="ＭＳ Ｐゴシック" panose="020B0600070205080204" pitchFamily="34" charset="-128"/>
                    <a:sym typeface="Palatino" pitchFamily="2" charset="77"/>
                  </a:defRPr>
                </a:lvl2pPr>
                <a:lvl3pPr marL="1143000" indent="-228600" eaLnBrk="0" hangingPunct="0">
                  <a:defRPr sz="2600">
                    <a:solidFill>
                      <a:srgbClr val="3F3F3F"/>
                    </a:solidFill>
                    <a:latin typeface="Palatino" pitchFamily="2" charset="77"/>
                    <a:ea typeface="ＭＳ Ｐゴシック" panose="020B0600070205080204" pitchFamily="34" charset="-128"/>
                    <a:sym typeface="Palatino" pitchFamily="2" charset="77"/>
                  </a:defRPr>
                </a:lvl3pPr>
                <a:lvl4pPr marL="1600200" indent="-228600" eaLnBrk="0" hangingPunct="0">
                  <a:defRPr sz="2600">
                    <a:solidFill>
                      <a:srgbClr val="3F3F3F"/>
                    </a:solidFill>
                    <a:latin typeface="Palatino" pitchFamily="2" charset="77"/>
                    <a:ea typeface="ＭＳ Ｐゴシック" panose="020B0600070205080204" pitchFamily="34" charset="-128"/>
                    <a:sym typeface="Palatino" pitchFamily="2" charset="77"/>
                  </a:defRPr>
                </a:lvl4pPr>
                <a:lvl5pPr marL="2057400" indent="-228600" eaLnBrk="0" hangingPunct="0">
                  <a:defRPr sz="2600">
                    <a:solidFill>
                      <a:srgbClr val="3F3F3F"/>
                    </a:solidFill>
                    <a:latin typeface="Palatino" pitchFamily="2" charset="77"/>
                    <a:ea typeface="ＭＳ Ｐゴシック" panose="020B0600070205080204" pitchFamily="34" charset="-128"/>
                    <a:sym typeface="Palatino" pitchFamily="2" charset="77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600">
                    <a:solidFill>
                      <a:srgbClr val="3F3F3F"/>
                    </a:solidFill>
                    <a:latin typeface="Palatino" pitchFamily="2" charset="77"/>
                    <a:ea typeface="ＭＳ Ｐゴシック" panose="020B0600070205080204" pitchFamily="34" charset="-128"/>
                    <a:sym typeface="Palatino" pitchFamily="2" charset="77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600">
                    <a:solidFill>
                      <a:srgbClr val="3F3F3F"/>
                    </a:solidFill>
                    <a:latin typeface="Palatino" pitchFamily="2" charset="77"/>
                    <a:ea typeface="ＭＳ Ｐゴシック" panose="020B0600070205080204" pitchFamily="34" charset="-128"/>
                    <a:sym typeface="Palatino" pitchFamily="2" charset="77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600">
                    <a:solidFill>
                      <a:srgbClr val="3F3F3F"/>
                    </a:solidFill>
                    <a:latin typeface="Palatino" pitchFamily="2" charset="77"/>
                    <a:ea typeface="ＭＳ Ｐゴシック" panose="020B0600070205080204" pitchFamily="34" charset="-128"/>
                    <a:sym typeface="Palatino" pitchFamily="2" charset="77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600">
                    <a:solidFill>
                      <a:srgbClr val="3F3F3F"/>
                    </a:solidFill>
                    <a:latin typeface="Palatino" pitchFamily="2" charset="77"/>
                    <a:ea typeface="ＭＳ Ｐゴシック" panose="020B0600070205080204" pitchFamily="34" charset="-128"/>
                    <a:sym typeface="Palatino" pitchFamily="2" charset="77"/>
                  </a:defRPr>
                </a:lvl9pPr>
              </a:lstStyle>
              <a:p>
                <a:pPr eaLnBrk="1" hangingPunct="1"/>
                <a:endParaRPr lang="nl-NL" altLang="en-NL"/>
              </a:p>
            </p:txBody>
          </p:sp>
          <p:sp>
            <p:nvSpPr>
              <p:cNvPr id="43" name="Rectangle 37">
                <a:extLst>
                  <a:ext uri="{FF2B5EF4-FFF2-40B4-BE49-F238E27FC236}">
                    <a16:creationId xmlns:a16="http://schemas.microsoft.com/office/drawing/2014/main" id="{D6109F5A-2EB4-59A5-C347-B3BEF3BC0A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" y="48"/>
                <a:ext cx="344" cy="3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38100" tIns="38100" rIns="38100" bIns="38100"/>
              <a:lstStyle>
                <a:lvl1pPr eaLnBrk="0" hangingPunct="0">
                  <a:defRPr sz="2600">
                    <a:solidFill>
                      <a:srgbClr val="3F3F3F"/>
                    </a:solidFill>
                    <a:latin typeface="Palatino" pitchFamily="2" charset="77"/>
                    <a:ea typeface="ＭＳ Ｐゴシック" panose="020B0600070205080204" pitchFamily="34" charset="-128"/>
                    <a:sym typeface="Palatino" pitchFamily="2" charset="77"/>
                  </a:defRPr>
                </a:lvl1pPr>
                <a:lvl2pPr marL="742950" indent="-285750" eaLnBrk="0" hangingPunct="0">
                  <a:defRPr sz="2600">
                    <a:solidFill>
                      <a:srgbClr val="3F3F3F"/>
                    </a:solidFill>
                    <a:latin typeface="Palatino" pitchFamily="2" charset="77"/>
                    <a:ea typeface="ＭＳ Ｐゴシック" panose="020B0600070205080204" pitchFamily="34" charset="-128"/>
                    <a:sym typeface="Palatino" pitchFamily="2" charset="77"/>
                  </a:defRPr>
                </a:lvl2pPr>
                <a:lvl3pPr marL="1143000" indent="-228600" eaLnBrk="0" hangingPunct="0">
                  <a:defRPr sz="2600">
                    <a:solidFill>
                      <a:srgbClr val="3F3F3F"/>
                    </a:solidFill>
                    <a:latin typeface="Palatino" pitchFamily="2" charset="77"/>
                    <a:ea typeface="ＭＳ Ｐゴシック" panose="020B0600070205080204" pitchFamily="34" charset="-128"/>
                    <a:sym typeface="Palatino" pitchFamily="2" charset="77"/>
                  </a:defRPr>
                </a:lvl3pPr>
                <a:lvl4pPr marL="1600200" indent="-228600" eaLnBrk="0" hangingPunct="0">
                  <a:defRPr sz="2600">
                    <a:solidFill>
                      <a:srgbClr val="3F3F3F"/>
                    </a:solidFill>
                    <a:latin typeface="Palatino" pitchFamily="2" charset="77"/>
                    <a:ea typeface="ＭＳ Ｐゴシック" panose="020B0600070205080204" pitchFamily="34" charset="-128"/>
                    <a:sym typeface="Palatino" pitchFamily="2" charset="77"/>
                  </a:defRPr>
                </a:lvl4pPr>
                <a:lvl5pPr marL="2057400" indent="-228600" eaLnBrk="0" hangingPunct="0">
                  <a:defRPr sz="2600">
                    <a:solidFill>
                      <a:srgbClr val="3F3F3F"/>
                    </a:solidFill>
                    <a:latin typeface="Palatino" pitchFamily="2" charset="77"/>
                    <a:ea typeface="ＭＳ Ｐゴシック" panose="020B0600070205080204" pitchFamily="34" charset="-128"/>
                    <a:sym typeface="Palatino" pitchFamily="2" charset="77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600">
                    <a:solidFill>
                      <a:srgbClr val="3F3F3F"/>
                    </a:solidFill>
                    <a:latin typeface="Palatino" pitchFamily="2" charset="77"/>
                    <a:ea typeface="ＭＳ Ｐゴシック" panose="020B0600070205080204" pitchFamily="34" charset="-128"/>
                    <a:sym typeface="Palatino" pitchFamily="2" charset="77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600">
                    <a:solidFill>
                      <a:srgbClr val="3F3F3F"/>
                    </a:solidFill>
                    <a:latin typeface="Palatino" pitchFamily="2" charset="77"/>
                    <a:ea typeface="ＭＳ Ｐゴシック" panose="020B0600070205080204" pitchFamily="34" charset="-128"/>
                    <a:sym typeface="Palatino" pitchFamily="2" charset="77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600">
                    <a:solidFill>
                      <a:srgbClr val="3F3F3F"/>
                    </a:solidFill>
                    <a:latin typeface="Palatino" pitchFamily="2" charset="77"/>
                    <a:ea typeface="ＭＳ Ｐゴシック" panose="020B0600070205080204" pitchFamily="34" charset="-128"/>
                    <a:sym typeface="Palatino" pitchFamily="2" charset="77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600">
                    <a:solidFill>
                      <a:srgbClr val="3F3F3F"/>
                    </a:solidFill>
                    <a:latin typeface="Palatino" pitchFamily="2" charset="77"/>
                    <a:ea typeface="ＭＳ Ｐゴシック" panose="020B0600070205080204" pitchFamily="34" charset="-128"/>
                    <a:sym typeface="Palatino" pitchFamily="2" charset="77"/>
                  </a:defRPr>
                </a:lvl9pPr>
              </a:lstStyle>
              <a:p>
                <a:pPr eaLnBrk="1" hangingPunct="1">
                  <a:spcBef>
                    <a:spcPts val="1075"/>
                  </a:spcBef>
                </a:pPr>
                <a:r>
                  <a:rPr lang="en-US" altLang="en-NL">
                    <a:solidFill>
                      <a:schemeClr val="tx1"/>
                    </a:solidFill>
                    <a:latin typeface="Verdana" panose="020B0604030504040204" pitchFamily="34" charset="0"/>
                  </a:rPr>
                  <a:t>k</a:t>
                </a:r>
                <a:r>
                  <a:rPr lang="en-US" altLang="en-NL" baseline="-19000">
                    <a:solidFill>
                      <a:schemeClr val="tx1"/>
                    </a:solidFill>
                    <a:latin typeface="Verdana" panose="020B0604030504040204" pitchFamily="34" charset="0"/>
                  </a:rPr>
                  <a:t>3</a:t>
                </a:r>
              </a:p>
            </p:txBody>
          </p:sp>
        </p:grpSp>
      </p:grpSp>
      <p:grpSp>
        <p:nvGrpSpPr>
          <p:cNvPr id="48" name="Group 45">
            <a:extLst>
              <a:ext uri="{FF2B5EF4-FFF2-40B4-BE49-F238E27FC236}">
                <a16:creationId xmlns:a16="http://schemas.microsoft.com/office/drawing/2014/main" id="{9FF9CCC5-0FA5-57CA-D337-86FCDBCFBA5B}"/>
              </a:ext>
            </a:extLst>
          </p:cNvPr>
          <p:cNvGrpSpPr>
            <a:grpSpLocks/>
          </p:cNvGrpSpPr>
          <p:nvPr/>
        </p:nvGrpSpPr>
        <p:grpSpPr bwMode="auto">
          <a:xfrm>
            <a:off x="2733676" y="1789113"/>
            <a:ext cx="6716713" cy="4506912"/>
            <a:chOff x="10" y="0"/>
            <a:chExt cx="4230" cy="2838"/>
          </a:xfrm>
        </p:grpSpPr>
        <p:grpSp>
          <p:nvGrpSpPr>
            <p:cNvPr id="49" name="Group 42">
              <a:extLst>
                <a:ext uri="{FF2B5EF4-FFF2-40B4-BE49-F238E27FC236}">
                  <a16:creationId xmlns:a16="http://schemas.microsoft.com/office/drawing/2014/main" id="{C09A5DF9-FEBD-5185-CE89-0AB693C3F3A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3" y="0"/>
              <a:ext cx="3744" cy="2640"/>
              <a:chOff x="0" y="0"/>
              <a:chExt cx="3744" cy="2640"/>
            </a:xfrm>
          </p:grpSpPr>
          <p:sp>
            <p:nvSpPr>
              <p:cNvPr id="52" name="Line 40">
                <a:extLst>
                  <a:ext uri="{FF2B5EF4-FFF2-40B4-BE49-F238E27FC236}">
                    <a16:creationId xmlns:a16="http://schemas.microsoft.com/office/drawing/2014/main" id="{62C176BC-75D3-3500-FEBE-328EDB6E76B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0" y="0"/>
                <a:ext cx="0" cy="264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nl-NL"/>
              </a:p>
            </p:txBody>
          </p:sp>
          <p:sp>
            <p:nvSpPr>
              <p:cNvPr id="53" name="Line 41">
                <a:extLst>
                  <a:ext uri="{FF2B5EF4-FFF2-40B4-BE49-F238E27FC236}">
                    <a16:creationId xmlns:a16="http://schemas.microsoft.com/office/drawing/2014/main" id="{D0385FFE-3FEC-E96D-235A-9359A55E1B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0" y="2640"/>
                <a:ext cx="3744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nl-NL"/>
              </a:p>
            </p:txBody>
          </p:sp>
        </p:grpSp>
        <p:sp>
          <p:nvSpPr>
            <p:cNvPr id="50" name="Rectangle 43">
              <a:extLst>
                <a:ext uri="{FF2B5EF4-FFF2-40B4-BE49-F238E27FC236}">
                  <a16:creationId xmlns:a16="http://schemas.microsoft.com/office/drawing/2014/main" id="{B9882B60-CA5F-AF44-897E-03F3578490F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7" y="2538"/>
              <a:ext cx="173" cy="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8100" tIns="38100" rIns="38100" bIns="38100">
              <a:spAutoFit/>
            </a:bodyPr>
            <a:lstStyle>
              <a:lvl1pPr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1pPr>
              <a:lvl2pPr marL="742950" indent="-28575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2pPr>
              <a:lvl3pPr marL="11430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3pPr>
              <a:lvl4pPr marL="16002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4pPr>
              <a:lvl5pPr marL="20574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9pPr>
            </a:lstStyle>
            <a:p>
              <a:pPr eaLnBrk="1" hangingPunct="1"/>
              <a:r>
                <a:rPr lang="en-US" altLang="en-NL">
                  <a:solidFill>
                    <a:schemeClr val="tx1"/>
                  </a:solidFill>
                  <a:latin typeface="Verdana" panose="020B0604030504040204" pitchFamily="34" charset="0"/>
                </a:rPr>
                <a:t>x</a:t>
              </a:r>
            </a:p>
          </p:txBody>
        </p:sp>
        <p:sp>
          <p:nvSpPr>
            <p:cNvPr id="51" name="Rectangle 44">
              <a:extLst>
                <a:ext uri="{FF2B5EF4-FFF2-40B4-BE49-F238E27FC236}">
                  <a16:creationId xmlns:a16="http://schemas.microsoft.com/office/drawing/2014/main" id="{A077D846-0686-DCFF-4E27-828338F5713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" y="842"/>
              <a:ext cx="173" cy="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8100" tIns="38100" rIns="38100" bIns="38100">
              <a:spAutoFit/>
            </a:bodyPr>
            <a:lstStyle>
              <a:lvl1pPr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1pPr>
              <a:lvl2pPr marL="742950" indent="-28575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2pPr>
              <a:lvl3pPr marL="11430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3pPr>
              <a:lvl4pPr marL="16002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4pPr>
              <a:lvl5pPr marL="20574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9pPr>
            </a:lstStyle>
            <a:p>
              <a:pPr eaLnBrk="1" hangingPunct="1"/>
              <a:r>
                <a:rPr lang="en-US" altLang="en-NL">
                  <a:solidFill>
                    <a:schemeClr val="tx1"/>
                  </a:solidFill>
                  <a:latin typeface="Verdana" panose="020B0604030504040204" pitchFamily="34" charset="0"/>
                </a:rPr>
                <a:t>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72065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88C99E86-813E-C04C-ACFA-5A15EFEB2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737D-49A5-4740-8401-0C4DFF2B9D4A}" type="slidenum">
              <a:rPr lang="nl-NL" smtClean="0"/>
              <a:pPr/>
              <a:t>9</a:t>
            </a:fld>
            <a:endParaRPr lang="nl-NL"/>
          </a:p>
        </p:txBody>
      </p:sp>
      <p:sp>
        <p:nvSpPr>
          <p:cNvPr id="6" name="Tekstvak 7">
            <a:extLst>
              <a:ext uri="{FF2B5EF4-FFF2-40B4-BE49-F238E27FC236}">
                <a16:creationId xmlns:a16="http://schemas.microsoft.com/office/drawing/2014/main" id="{584FD35D-CBEF-84A0-42F2-5B93A23B275D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800">
                <a:solidFill>
                  <a:schemeClr val="bg1"/>
                </a:solidFill>
                <a:latin typeface="+mn-lt"/>
              </a:rPr>
              <a:t>Jelle van Barneveld</a:t>
            </a:r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273C776D-F374-B3EB-C813-03751C639B5D}"/>
              </a:ext>
            </a:extLst>
          </p:cNvPr>
          <p:cNvSpPr txBox="1"/>
          <p:nvPr/>
        </p:nvSpPr>
        <p:spPr>
          <a:xfrm>
            <a:off x="2531828" y="-990"/>
            <a:ext cx="8636105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</a:pPr>
            <a:r>
              <a:rPr lang="en-US" sz="3000" b="1">
                <a:solidFill>
                  <a:srgbClr val="829C30"/>
                </a:solidFill>
                <a:latin typeface="Arial"/>
                <a:ea typeface="MS PGothic" charset="0"/>
              </a:rPr>
              <a:t>K-</a:t>
            </a:r>
            <a:r>
              <a:rPr lang="en-US" sz="3000" b="1" err="1">
                <a:solidFill>
                  <a:srgbClr val="829C30"/>
                </a:solidFill>
                <a:latin typeface="Arial"/>
                <a:ea typeface="MS PGothic" charset="0"/>
              </a:rPr>
              <a:t>meansclustering</a:t>
            </a:r>
            <a:r>
              <a:rPr lang="en-US" sz="3000" b="1">
                <a:solidFill>
                  <a:srgbClr val="829C30"/>
                </a:solidFill>
                <a:latin typeface="Arial"/>
                <a:ea typeface="MS PGothic" charset="0"/>
              </a:rPr>
              <a:t>: de </a:t>
            </a:r>
            <a:r>
              <a:rPr lang="en-US" sz="3000" b="1" err="1">
                <a:solidFill>
                  <a:srgbClr val="829C30"/>
                </a:solidFill>
                <a:latin typeface="Arial"/>
                <a:ea typeface="MS PGothic" charset="0"/>
              </a:rPr>
              <a:t>stappen</a:t>
            </a:r>
            <a:endParaRPr lang="en-US" sz="3000" b="1">
              <a:solidFill>
                <a:srgbClr val="829C30"/>
              </a:solidFill>
              <a:latin typeface="Arial"/>
              <a:ea typeface="MS PGothic" charset="0"/>
            </a:endParaRPr>
          </a:p>
        </p:txBody>
      </p:sp>
      <p:cxnSp>
        <p:nvCxnSpPr>
          <p:cNvPr id="8" name="Straight Connector 10">
            <a:extLst>
              <a:ext uri="{FF2B5EF4-FFF2-40B4-BE49-F238E27FC236}">
                <a16:creationId xmlns:a16="http://schemas.microsoft.com/office/drawing/2014/main" id="{FC46091E-9110-FB9A-343D-BD46860A7326}"/>
              </a:ext>
            </a:extLst>
          </p:cNvPr>
          <p:cNvCxnSpPr>
            <a:cxnSpLocks/>
          </p:cNvCxnSpPr>
          <p:nvPr/>
        </p:nvCxnSpPr>
        <p:spPr>
          <a:xfrm>
            <a:off x="988290" y="812800"/>
            <a:ext cx="11203710" cy="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3">
            <a:extLst>
              <a:ext uri="{FF2B5EF4-FFF2-40B4-BE49-F238E27FC236}">
                <a16:creationId xmlns:a16="http://schemas.microsoft.com/office/drawing/2014/main" id="{03F21FE5-01A9-1CF9-6E21-6F1087E0E0FE}"/>
              </a:ext>
            </a:extLst>
          </p:cNvPr>
          <p:cNvSpPr txBox="1">
            <a:spLocks noChangeArrowheads="1"/>
          </p:cNvSpPr>
          <p:nvPr/>
        </p:nvSpPr>
        <p:spPr>
          <a:xfrm>
            <a:off x="988290" y="812801"/>
            <a:ext cx="11203710" cy="534218"/>
          </a:xfrm>
          <a:prstGeom prst="rect">
            <a:avLst/>
          </a:prstGeom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536575" indent="-263525" algn="l" defTabSz="914400" rtl="0" eaLnBrk="1" latinLnBrk="0" hangingPunct="1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Font typeface="Calibri" panose="020F0502020204030204" pitchFamily="34" charset="0"/>
              <a:buChar char="−"/>
              <a:defRPr sz="20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809625" indent="-273050" algn="l" defTabSz="914400" rtl="0" eaLnBrk="1" latinLnBrk="0" hangingPunct="1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Font typeface="Calibri" panose="020F0502020204030204" pitchFamily="34" charset="0"/>
              <a:buChar char="−"/>
              <a:defRPr sz="20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073150" indent="-263525" algn="l" defTabSz="914400" rtl="0" eaLnBrk="1" latinLnBrk="0" hangingPunct="1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Font typeface="Calibri" panose="020F0502020204030204" pitchFamily="34" charset="0"/>
              <a:buChar char="−"/>
              <a:defRPr sz="20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344613" indent="-271463" algn="l" defTabSz="914400" rtl="0" eaLnBrk="1" latinLnBrk="0" hangingPunct="1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Font typeface="Calibri" panose="020F0502020204030204" pitchFamily="34" charset="0"/>
              <a:buChar char="−"/>
              <a:defRPr sz="20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5900" indent="0" algn="ctr">
              <a:lnSpc>
                <a:spcPct val="110000"/>
              </a:lnSpc>
              <a:buSzPct val="69000"/>
              <a:buFont typeface="Arial" panose="020B0604020202020204" pitchFamily="34" charset="0"/>
              <a:buNone/>
              <a:defRPr/>
            </a:pPr>
            <a:r>
              <a:rPr lang="nl-NL" b="1">
                <a:solidFill>
                  <a:srgbClr val="000000"/>
                </a:solidFill>
                <a:sym typeface="Palatino" charset="0"/>
              </a:rPr>
              <a:t>Stap 2: </a:t>
            </a:r>
            <a:r>
              <a:rPr lang="nl-NL">
                <a:solidFill>
                  <a:srgbClr val="000000"/>
                </a:solidFill>
                <a:sym typeface="Palatino" charset="0"/>
              </a:rPr>
              <a:t>Koppel elk punt aan het dichtstbijzijnde centrum</a:t>
            </a:r>
          </a:p>
        </p:txBody>
      </p:sp>
      <p:grpSp>
        <p:nvGrpSpPr>
          <p:cNvPr id="98" name="Group 5">
            <a:extLst>
              <a:ext uri="{FF2B5EF4-FFF2-40B4-BE49-F238E27FC236}">
                <a16:creationId xmlns:a16="http://schemas.microsoft.com/office/drawing/2014/main" id="{AEA110F4-4BB8-A17D-2A17-2769B53EE21B}"/>
              </a:ext>
            </a:extLst>
          </p:cNvPr>
          <p:cNvGrpSpPr>
            <a:grpSpLocks/>
          </p:cNvGrpSpPr>
          <p:nvPr/>
        </p:nvGrpSpPr>
        <p:grpSpPr bwMode="auto">
          <a:xfrm>
            <a:off x="4164371" y="2713924"/>
            <a:ext cx="698500" cy="722041"/>
            <a:chOff x="0" y="0"/>
            <a:chExt cx="440" cy="399"/>
          </a:xfrm>
        </p:grpSpPr>
        <p:sp>
          <p:nvSpPr>
            <p:cNvPr id="99" name="Oval 3">
              <a:extLst>
                <a:ext uri="{FF2B5EF4-FFF2-40B4-BE49-F238E27FC236}">
                  <a16:creationId xmlns:a16="http://schemas.microsoft.com/office/drawing/2014/main" id="{758FD2D1-B346-15C6-497F-2FBAFCA6AC0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144" cy="144"/>
            </a:xfrm>
            <a:prstGeom prst="ellipse">
              <a:avLst/>
            </a:prstGeom>
            <a:solidFill>
              <a:srgbClr val="44D245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0" tIns="0" rIns="0" bIns="0"/>
            <a:lstStyle>
              <a:lvl1pPr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1pPr>
              <a:lvl2pPr marL="742950" indent="-28575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2pPr>
              <a:lvl3pPr marL="11430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3pPr>
              <a:lvl4pPr marL="16002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4pPr>
              <a:lvl5pPr marL="20574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9pPr>
            </a:lstStyle>
            <a:p>
              <a:pPr eaLnBrk="1" hangingPunct="1"/>
              <a:endParaRPr lang="nl-NL" altLang="en-NL"/>
            </a:p>
          </p:txBody>
        </p:sp>
        <p:sp>
          <p:nvSpPr>
            <p:cNvPr id="100" name="Rectangle 4">
              <a:extLst>
                <a:ext uri="{FF2B5EF4-FFF2-40B4-BE49-F238E27FC236}">
                  <a16:creationId xmlns:a16="http://schemas.microsoft.com/office/drawing/2014/main" id="{14BC37A1-2C83-352D-7173-5C19A46766E9}"/>
                </a:ext>
              </a:extLst>
            </p:cNvPr>
            <p:cNvSpPr>
              <a:spLocks/>
            </p:cNvSpPr>
            <p:nvPr/>
          </p:nvSpPr>
          <p:spPr bwMode="auto">
            <a:xfrm>
              <a:off x="96" y="47"/>
              <a:ext cx="344" cy="3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38100" tIns="38100" rIns="38100" bIns="38100"/>
            <a:lstStyle>
              <a:lvl1pPr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1pPr>
              <a:lvl2pPr marL="742950" indent="-28575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2pPr>
              <a:lvl3pPr marL="11430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3pPr>
              <a:lvl4pPr marL="16002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4pPr>
              <a:lvl5pPr marL="20574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9pPr>
            </a:lstStyle>
            <a:p>
              <a:pPr eaLnBrk="1" hangingPunct="1">
                <a:spcBef>
                  <a:spcPts val="1075"/>
                </a:spcBef>
              </a:pPr>
              <a:r>
                <a:rPr lang="en-US" altLang="en-NL">
                  <a:solidFill>
                    <a:schemeClr val="tx1"/>
                  </a:solidFill>
                  <a:latin typeface="Verdana" panose="020B0604030504040204" pitchFamily="34" charset="0"/>
                </a:rPr>
                <a:t>k</a:t>
              </a:r>
              <a:r>
                <a:rPr lang="en-US" altLang="en-NL" baseline="-19000">
                  <a:solidFill>
                    <a:schemeClr val="tx1"/>
                  </a:solidFill>
                  <a:latin typeface="Verdana" panose="020B0604030504040204" pitchFamily="34" charset="0"/>
                </a:rPr>
                <a:t>1</a:t>
              </a:r>
            </a:p>
          </p:txBody>
        </p:sp>
      </p:grpSp>
      <p:grpSp>
        <p:nvGrpSpPr>
          <p:cNvPr id="101" name="Group 8">
            <a:extLst>
              <a:ext uri="{FF2B5EF4-FFF2-40B4-BE49-F238E27FC236}">
                <a16:creationId xmlns:a16="http://schemas.microsoft.com/office/drawing/2014/main" id="{07760BEC-3555-5F0C-73BC-A52DFA69F0E0}"/>
              </a:ext>
            </a:extLst>
          </p:cNvPr>
          <p:cNvGrpSpPr>
            <a:grpSpLocks/>
          </p:cNvGrpSpPr>
          <p:nvPr/>
        </p:nvGrpSpPr>
        <p:grpSpPr bwMode="auto">
          <a:xfrm>
            <a:off x="3376972" y="3838924"/>
            <a:ext cx="531813" cy="660667"/>
            <a:chOff x="0" y="0"/>
            <a:chExt cx="335" cy="366"/>
          </a:xfrm>
        </p:grpSpPr>
        <p:sp>
          <p:nvSpPr>
            <p:cNvPr id="102" name="Oval 6">
              <a:extLst>
                <a:ext uri="{FF2B5EF4-FFF2-40B4-BE49-F238E27FC236}">
                  <a16:creationId xmlns:a16="http://schemas.microsoft.com/office/drawing/2014/main" id="{C07F404C-EBA9-0366-9A88-E8FF53068947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144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1pPr>
              <a:lvl2pPr marL="742950" indent="-28575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2pPr>
              <a:lvl3pPr marL="11430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3pPr>
              <a:lvl4pPr marL="16002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4pPr>
              <a:lvl5pPr marL="20574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9pPr>
            </a:lstStyle>
            <a:p>
              <a:pPr eaLnBrk="1" hangingPunct="1"/>
              <a:endParaRPr lang="nl-NL" altLang="en-NL"/>
            </a:p>
          </p:txBody>
        </p:sp>
        <p:sp>
          <p:nvSpPr>
            <p:cNvPr id="103" name="Rectangle 7">
              <a:extLst>
                <a:ext uri="{FF2B5EF4-FFF2-40B4-BE49-F238E27FC236}">
                  <a16:creationId xmlns:a16="http://schemas.microsoft.com/office/drawing/2014/main" id="{89C4B00E-213F-DBEA-DB5F-3E018A52B61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" y="65"/>
              <a:ext cx="262" cy="3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8100" tIns="38100" rIns="38100" bIns="38100" anchor="ctr">
              <a:spAutoFit/>
            </a:bodyPr>
            <a:lstStyle>
              <a:lvl1pPr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1pPr>
              <a:lvl2pPr marL="742950" indent="-28575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2pPr>
              <a:lvl3pPr marL="11430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3pPr>
              <a:lvl4pPr marL="16002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4pPr>
              <a:lvl5pPr marL="20574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9pPr>
            </a:lstStyle>
            <a:p>
              <a:pPr eaLnBrk="1" hangingPunct="1">
                <a:spcBef>
                  <a:spcPts val="1075"/>
                </a:spcBef>
              </a:pPr>
              <a:r>
                <a:rPr lang="en-US" altLang="en-NL">
                  <a:solidFill>
                    <a:schemeClr val="tx1"/>
                  </a:solidFill>
                  <a:latin typeface="Verdana" panose="020B0604030504040204" pitchFamily="34" charset="0"/>
                </a:rPr>
                <a:t>k</a:t>
              </a:r>
              <a:r>
                <a:rPr lang="en-US" altLang="en-NL" baseline="-19000">
                  <a:solidFill>
                    <a:schemeClr val="tx1"/>
                  </a:solidFill>
                  <a:latin typeface="Verdana" panose="020B0604030504040204" pitchFamily="34" charset="0"/>
                </a:rPr>
                <a:t>2</a:t>
              </a:r>
            </a:p>
          </p:txBody>
        </p:sp>
      </p:grpSp>
      <p:grpSp>
        <p:nvGrpSpPr>
          <p:cNvPr id="104" name="Group 11">
            <a:extLst>
              <a:ext uri="{FF2B5EF4-FFF2-40B4-BE49-F238E27FC236}">
                <a16:creationId xmlns:a16="http://schemas.microsoft.com/office/drawing/2014/main" id="{80361BF3-7E03-6DCF-E6D6-359594FCCBF4}"/>
              </a:ext>
            </a:extLst>
          </p:cNvPr>
          <p:cNvGrpSpPr>
            <a:grpSpLocks/>
          </p:cNvGrpSpPr>
          <p:nvPr/>
        </p:nvGrpSpPr>
        <p:grpSpPr bwMode="auto">
          <a:xfrm>
            <a:off x="5459772" y="5469530"/>
            <a:ext cx="508001" cy="619150"/>
            <a:chOff x="0" y="0"/>
            <a:chExt cx="320" cy="343"/>
          </a:xfrm>
        </p:grpSpPr>
        <p:sp>
          <p:nvSpPr>
            <p:cNvPr id="105" name="Oval 9">
              <a:extLst>
                <a:ext uri="{FF2B5EF4-FFF2-40B4-BE49-F238E27FC236}">
                  <a16:creationId xmlns:a16="http://schemas.microsoft.com/office/drawing/2014/main" id="{07D3E26F-18A0-4782-701C-07BAC4713D7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144" cy="14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0" tIns="0" rIns="0" bIns="0"/>
            <a:lstStyle>
              <a:lvl1pPr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1pPr>
              <a:lvl2pPr marL="742950" indent="-28575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2pPr>
              <a:lvl3pPr marL="11430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3pPr>
              <a:lvl4pPr marL="16002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4pPr>
              <a:lvl5pPr marL="20574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9pPr>
            </a:lstStyle>
            <a:p>
              <a:pPr eaLnBrk="1" hangingPunct="1"/>
              <a:endParaRPr lang="nl-NL" altLang="en-NL"/>
            </a:p>
          </p:txBody>
        </p:sp>
        <p:sp>
          <p:nvSpPr>
            <p:cNvPr id="106" name="Rectangle 10">
              <a:extLst>
                <a:ext uri="{FF2B5EF4-FFF2-40B4-BE49-F238E27FC236}">
                  <a16:creationId xmlns:a16="http://schemas.microsoft.com/office/drawing/2014/main" id="{F7056351-0E67-BF6B-DC64-6D5FB508D099}"/>
                </a:ext>
              </a:extLst>
            </p:cNvPr>
            <p:cNvSpPr>
              <a:spLocks/>
            </p:cNvSpPr>
            <p:nvPr/>
          </p:nvSpPr>
          <p:spPr bwMode="auto">
            <a:xfrm>
              <a:off x="58" y="42"/>
              <a:ext cx="262" cy="3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8100" tIns="38100" rIns="38100" bIns="38100" anchor="ctr">
              <a:spAutoFit/>
            </a:bodyPr>
            <a:lstStyle>
              <a:lvl1pPr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1pPr>
              <a:lvl2pPr marL="742950" indent="-28575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2pPr>
              <a:lvl3pPr marL="11430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3pPr>
              <a:lvl4pPr marL="16002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4pPr>
              <a:lvl5pPr marL="20574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9pPr>
            </a:lstStyle>
            <a:p>
              <a:pPr eaLnBrk="1" hangingPunct="1">
                <a:spcBef>
                  <a:spcPts val="1075"/>
                </a:spcBef>
              </a:pPr>
              <a:r>
                <a:rPr lang="en-US" altLang="en-NL">
                  <a:solidFill>
                    <a:schemeClr val="tx1"/>
                  </a:solidFill>
                  <a:latin typeface="Verdana" panose="020B0604030504040204" pitchFamily="34" charset="0"/>
                </a:rPr>
                <a:t>k</a:t>
              </a:r>
              <a:r>
                <a:rPr lang="en-US" altLang="en-NL" baseline="-19000">
                  <a:solidFill>
                    <a:schemeClr val="tx1"/>
                  </a:solidFill>
                  <a:latin typeface="Verdana" panose="020B0604030504040204" pitchFamily="34" charset="0"/>
                </a:rPr>
                <a:t>3</a:t>
              </a:r>
            </a:p>
          </p:txBody>
        </p:sp>
      </p:grpSp>
      <p:sp>
        <p:nvSpPr>
          <p:cNvPr id="107" name="AutoShape 12">
            <a:extLst>
              <a:ext uri="{FF2B5EF4-FFF2-40B4-BE49-F238E27FC236}">
                <a16:creationId xmlns:a16="http://schemas.microsoft.com/office/drawing/2014/main" id="{7E16A843-1C8B-BF20-527F-78FD13FA60F8}"/>
              </a:ext>
            </a:extLst>
          </p:cNvPr>
          <p:cNvSpPr>
            <a:spLocks/>
          </p:cNvSpPr>
          <p:nvPr/>
        </p:nvSpPr>
        <p:spPr bwMode="auto">
          <a:xfrm>
            <a:off x="2945171" y="5142275"/>
            <a:ext cx="152400" cy="173290"/>
          </a:xfrm>
          <a:prstGeom prst="diamond">
            <a:avLst/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08" name="AutoShape 13">
            <a:extLst>
              <a:ext uri="{FF2B5EF4-FFF2-40B4-BE49-F238E27FC236}">
                <a16:creationId xmlns:a16="http://schemas.microsoft.com/office/drawing/2014/main" id="{B56201F6-13C6-8078-E73B-FB3F360E9E4D}"/>
              </a:ext>
            </a:extLst>
          </p:cNvPr>
          <p:cNvSpPr>
            <a:spLocks/>
          </p:cNvSpPr>
          <p:nvPr/>
        </p:nvSpPr>
        <p:spPr bwMode="auto">
          <a:xfrm>
            <a:off x="3097571" y="5370875"/>
            <a:ext cx="152400" cy="173290"/>
          </a:xfrm>
          <a:prstGeom prst="diamond">
            <a:avLst/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09" name="AutoShape 14">
            <a:extLst>
              <a:ext uri="{FF2B5EF4-FFF2-40B4-BE49-F238E27FC236}">
                <a16:creationId xmlns:a16="http://schemas.microsoft.com/office/drawing/2014/main" id="{3ABB3959-52E0-EA0B-991C-F38A2B18757D}"/>
              </a:ext>
            </a:extLst>
          </p:cNvPr>
          <p:cNvSpPr>
            <a:spLocks/>
          </p:cNvSpPr>
          <p:nvPr/>
        </p:nvSpPr>
        <p:spPr bwMode="auto">
          <a:xfrm>
            <a:off x="2868971" y="5599475"/>
            <a:ext cx="152400" cy="173290"/>
          </a:xfrm>
          <a:prstGeom prst="diamond">
            <a:avLst/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10" name="AutoShape 15">
            <a:extLst>
              <a:ext uri="{FF2B5EF4-FFF2-40B4-BE49-F238E27FC236}">
                <a16:creationId xmlns:a16="http://schemas.microsoft.com/office/drawing/2014/main" id="{A301EDDA-0770-D0C2-ECC7-47A006ED605D}"/>
              </a:ext>
            </a:extLst>
          </p:cNvPr>
          <p:cNvSpPr>
            <a:spLocks/>
          </p:cNvSpPr>
          <p:nvPr/>
        </p:nvSpPr>
        <p:spPr bwMode="auto">
          <a:xfrm>
            <a:off x="2640371" y="4913675"/>
            <a:ext cx="152400" cy="173290"/>
          </a:xfrm>
          <a:prstGeom prst="diamond">
            <a:avLst/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11" name="AutoShape 16">
            <a:extLst>
              <a:ext uri="{FF2B5EF4-FFF2-40B4-BE49-F238E27FC236}">
                <a16:creationId xmlns:a16="http://schemas.microsoft.com/office/drawing/2014/main" id="{925D7B62-3949-6658-8C8F-E9506F3DECB3}"/>
              </a:ext>
            </a:extLst>
          </p:cNvPr>
          <p:cNvSpPr>
            <a:spLocks/>
          </p:cNvSpPr>
          <p:nvPr/>
        </p:nvSpPr>
        <p:spPr bwMode="auto">
          <a:xfrm>
            <a:off x="2640371" y="2551475"/>
            <a:ext cx="152400" cy="173290"/>
          </a:xfrm>
          <a:prstGeom prst="diamond">
            <a:avLst/>
          </a:prstGeom>
          <a:solidFill>
            <a:srgbClr val="00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12" name="AutoShape 17">
            <a:extLst>
              <a:ext uri="{FF2B5EF4-FFF2-40B4-BE49-F238E27FC236}">
                <a16:creationId xmlns:a16="http://schemas.microsoft.com/office/drawing/2014/main" id="{7C528A52-92E7-FF9B-D880-AD341CD6869D}"/>
              </a:ext>
            </a:extLst>
          </p:cNvPr>
          <p:cNvSpPr>
            <a:spLocks/>
          </p:cNvSpPr>
          <p:nvPr/>
        </p:nvSpPr>
        <p:spPr bwMode="auto">
          <a:xfrm>
            <a:off x="2640371" y="4075475"/>
            <a:ext cx="152400" cy="173290"/>
          </a:xfrm>
          <a:prstGeom prst="diamond">
            <a:avLst/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13" name="AutoShape 18">
            <a:extLst>
              <a:ext uri="{FF2B5EF4-FFF2-40B4-BE49-F238E27FC236}">
                <a16:creationId xmlns:a16="http://schemas.microsoft.com/office/drawing/2014/main" id="{9102ECD1-1866-D785-B6FB-C217029479A7}"/>
              </a:ext>
            </a:extLst>
          </p:cNvPr>
          <p:cNvSpPr>
            <a:spLocks/>
          </p:cNvSpPr>
          <p:nvPr/>
        </p:nvSpPr>
        <p:spPr bwMode="auto">
          <a:xfrm>
            <a:off x="2640371" y="5599475"/>
            <a:ext cx="152400" cy="173290"/>
          </a:xfrm>
          <a:prstGeom prst="diamond">
            <a:avLst/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14" name="AutoShape 19">
            <a:extLst>
              <a:ext uri="{FF2B5EF4-FFF2-40B4-BE49-F238E27FC236}">
                <a16:creationId xmlns:a16="http://schemas.microsoft.com/office/drawing/2014/main" id="{13861BD6-10D0-2E36-8AFE-FA548D3C2BB3}"/>
              </a:ext>
            </a:extLst>
          </p:cNvPr>
          <p:cNvSpPr>
            <a:spLocks/>
          </p:cNvSpPr>
          <p:nvPr/>
        </p:nvSpPr>
        <p:spPr bwMode="auto">
          <a:xfrm>
            <a:off x="2183171" y="4608875"/>
            <a:ext cx="152400" cy="173290"/>
          </a:xfrm>
          <a:prstGeom prst="diamond">
            <a:avLst/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15" name="AutoShape 20">
            <a:extLst>
              <a:ext uri="{FF2B5EF4-FFF2-40B4-BE49-F238E27FC236}">
                <a16:creationId xmlns:a16="http://schemas.microsoft.com/office/drawing/2014/main" id="{3CE75719-2B8C-E657-FBF2-FCDA804E0B5A}"/>
              </a:ext>
            </a:extLst>
          </p:cNvPr>
          <p:cNvSpPr>
            <a:spLocks/>
          </p:cNvSpPr>
          <p:nvPr/>
        </p:nvSpPr>
        <p:spPr bwMode="auto">
          <a:xfrm>
            <a:off x="6450371" y="2322875"/>
            <a:ext cx="152400" cy="173290"/>
          </a:xfrm>
          <a:prstGeom prst="diamond">
            <a:avLst/>
          </a:prstGeom>
          <a:solidFill>
            <a:srgbClr val="00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16" name="AutoShape 21">
            <a:extLst>
              <a:ext uri="{FF2B5EF4-FFF2-40B4-BE49-F238E27FC236}">
                <a16:creationId xmlns:a16="http://schemas.microsoft.com/office/drawing/2014/main" id="{24DFBFAD-66F4-5B0F-B8C8-7A10F06DEC8A}"/>
              </a:ext>
            </a:extLst>
          </p:cNvPr>
          <p:cNvSpPr>
            <a:spLocks/>
          </p:cNvSpPr>
          <p:nvPr/>
        </p:nvSpPr>
        <p:spPr bwMode="auto">
          <a:xfrm>
            <a:off x="6907571" y="2399075"/>
            <a:ext cx="152400" cy="173290"/>
          </a:xfrm>
          <a:prstGeom prst="diamond">
            <a:avLst/>
          </a:prstGeom>
          <a:solidFill>
            <a:srgbClr val="00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17" name="AutoShape 22">
            <a:extLst>
              <a:ext uri="{FF2B5EF4-FFF2-40B4-BE49-F238E27FC236}">
                <a16:creationId xmlns:a16="http://schemas.microsoft.com/office/drawing/2014/main" id="{9514B843-AA57-9A5F-C6CB-DC3A43FE2932}"/>
              </a:ext>
            </a:extLst>
          </p:cNvPr>
          <p:cNvSpPr>
            <a:spLocks/>
          </p:cNvSpPr>
          <p:nvPr/>
        </p:nvSpPr>
        <p:spPr bwMode="auto">
          <a:xfrm>
            <a:off x="6755171" y="2551475"/>
            <a:ext cx="152400" cy="173290"/>
          </a:xfrm>
          <a:prstGeom prst="diamond">
            <a:avLst/>
          </a:prstGeom>
          <a:solidFill>
            <a:srgbClr val="00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18" name="AutoShape 23">
            <a:extLst>
              <a:ext uri="{FF2B5EF4-FFF2-40B4-BE49-F238E27FC236}">
                <a16:creationId xmlns:a16="http://schemas.microsoft.com/office/drawing/2014/main" id="{D0AFC09D-4D4F-CB46-9283-A9640D0526C9}"/>
              </a:ext>
            </a:extLst>
          </p:cNvPr>
          <p:cNvSpPr>
            <a:spLocks/>
          </p:cNvSpPr>
          <p:nvPr/>
        </p:nvSpPr>
        <p:spPr bwMode="auto">
          <a:xfrm>
            <a:off x="6602771" y="2703875"/>
            <a:ext cx="152400" cy="173290"/>
          </a:xfrm>
          <a:prstGeom prst="diamond">
            <a:avLst/>
          </a:prstGeom>
          <a:solidFill>
            <a:srgbClr val="00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19" name="AutoShape 24">
            <a:extLst>
              <a:ext uri="{FF2B5EF4-FFF2-40B4-BE49-F238E27FC236}">
                <a16:creationId xmlns:a16="http://schemas.microsoft.com/office/drawing/2014/main" id="{84C90D0C-9CFD-D5F9-ABBF-2F03CE6FC46F}"/>
              </a:ext>
            </a:extLst>
          </p:cNvPr>
          <p:cNvSpPr>
            <a:spLocks/>
          </p:cNvSpPr>
          <p:nvPr/>
        </p:nvSpPr>
        <p:spPr bwMode="auto">
          <a:xfrm>
            <a:off x="6907571" y="2856275"/>
            <a:ext cx="152400" cy="173290"/>
          </a:xfrm>
          <a:prstGeom prst="diamond">
            <a:avLst/>
          </a:prstGeom>
          <a:solidFill>
            <a:srgbClr val="00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20" name="AutoShape 25">
            <a:extLst>
              <a:ext uri="{FF2B5EF4-FFF2-40B4-BE49-F238E27FC236}">
                <a16:creationId xmlns:a16="http://schemas.microsoft.com/office/drawing/2014/main" id="{4718C316-4E4D-4042-6F8E-4DB5F4B07DFE}"/>
              </a:ext>
            </a:extLst>
          </p:cNvPr>
          <p:cNvSpPr>
            <a:spLocks/>
          </p:cNvSpPr>
          <p:nvPr/>
        </p:nvSpPr>
        <p:spPr bwMode="auto">
          <a:xfrm>
            <a:off x="7212371" y="3237275"/>
            <a:ext cx="152400" cy="173290"/>
          </a:xfrm>
          <a:prstGeom prst="diamond">
            <a:avLst/>
          </a:prstGeom>
          <a:solidFill>
            <a:srgbClr val="00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21" name="AutoShape 26">
            <a:extLst>
              <a:ext uri="{FF2B5EF4-FFF2-40B4-BE49-F238E27FC236}">
                <a16:creationId xmlns:a16="http://schemas.microsoft.com/office/drawing/2014/main" id="{C6DD90C7-E107-41FD-9F1D-852D4411A118}"/>
              </a:ext>
            </a:extLst>
          </p:cNvPr>
          <p:cNvSpPr>
            <a:spLocks/>
          </p:cNvSpPr>
          <p:nvPr/>
        </p:nvSpPr>
        <p:spPr bwMode="auto">
          <a:xfrm>
            <a:off x="5459771" y="2322875"/>
            <a:ext cx="152400" cy="173290"/>
          </a:xfrm>
          <a:prstGeom prst="diamond">
            <a:avLst/>
          </a:prstGeom>
          <a:solidFill>
            <a:srgbClr val="00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22" name="AutoShape 27">
            <a:extLst>
              <a:ext uri="{FF2B5EF4-FFF2-40B4-BE49-F238E27FC236}">
                <a16:creationId xmlns:a16="http://schemas.microsoft.com/office/drawing/2014/main" id="{9F198F06-A482-6CA0-8E73-8A456A613BDE}"/>
              </a:ext>
            </a:extLst>
          </p:cNvPr>
          <p:cNvSpPr>
            <a:spLocks/>
          </p:cNvSpPr>
          <p:nvPr/>
        </p:nvSpPr>
        <p:spPr bwMode="auto">
          <a:xfrm>
            <a:off x="5764571" y="3770675"/>
            <a:ext cx="152400" cy="173290"/>
          </a:xfrm>
          <a:prstGeom prst="diamond">
            <a:avLst/>
          </a:prstGeom>
          <a:solidFill>
            <a:srgbClr val="00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23" name="AutoShape 28">
            <a:extLst>
              <a:ext uri="{FF2B5EF4-FFF2-40B4-BE49-F238E27FC236}">
                <a16:creationId xmlns:a16="http://schemas.microsoft.com/office/drawing/2014/main" id="{8F2778C1-CA69-7F36-1EB7-683AD6157519}"/>
              </a:ext>
            </a:extLst>
          </p:cNvPr>
          <p:cNvSpPr>
            <a:spLocks/>
          </p:cNvSpPr>
          <p:nvPr/>
        </p:nvSpPr>
        <p:spPr bwMode="auto">
          <a:xfrm>
            <a:off x="5764571" y="5294675"/>
            <a:ext cx="152400" cy="173290"/>
          </a:xfrm>
          <a:prstGeom prst="diamond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24" name="AutoShape 29">
            <a:extLst>
              <a:ext uri="{FF2B5EF4-FFF2-40B4-BE49-F238E27FC236}">
                <a16:creationId xmlns:a16="http://schemas.microsoft.com/office/drawing/2014/main" id="{53760EB5-0FE5-7742-7D3A-6ECDC8166C7C}"/>
              </a:ext>
            </a:extLst>
          </p:cNvPr>
          <p:cNvSpPr>
            <a:spLocks/>
          </p:cNvSpPr>
          <p:nvPr/>
        </p:nvSpPr>
        <p:spPr bwMode="auto">
          <a:xfrm>
            <a:off x="6145571" y="5599475"/>
            <a:ext cx="152400" cy="173290"/>
          </a:xfrm>
          <a:prstGeom prst="diamond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25" name="AutoShape 30">
            <a:extLst>
              <a:ext uri="{FF2B5EF4-FFF2-40B4-BE49-F238E27FC236}">
                <a16:creationId xmlns:a16="http://schemas.microsoft.com/office/drawing/2014/main" id="{2AEE8A22-3E37-9C1D-16BE-0DC73F9612A9}"/>
              </a:ext>
            </a:extLst>
          </p:cNvPr>
          <p:cNvSpPr>
            <a:spLocks/>
          </p:cNvSpPr>
          <p:nvPr/>
        </p:nvSpPr>
        <p:spPr bwMode="auto">
          <a:xfrm>
            <a:off x="6526571" y="4837475"/>
            <a:ext cx="152400" cy="173290"/>
          </a:xfrm>
          <a:prstGeom prst="diamond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26" name="AutoShape 31">
            <a:extLst>
              <a:ext uri="{FF2B5EF4-FFF2-40B4-BE49-F238E27FC236}">
                <a16:creationId xmlns:a16="http://schemas.microsoft.com/office/drawing/2014/main" id="{3C7C645F-B496-8691-C74D-596158880F77}"/>
              </a:ext>
            </a:extLst>
          </p:cNvPr>
          <p:cNvSpPr>
            <a:spLocks/>
          </p:cNvSpPr>
          <p:nvPr/>
        </p:nvSpPr>
        <p:spPr bwMode="auto">
          <a:xfrm>
            <a:off x="5688371" y="4227875"/>
            <a:ext cx="152400" cy="173290"/>
          </a:xfrm>
          <a:prstGeom prst="diamond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27" name="AutoShape 32">
            <a:extLst>
              <a:ext uri="{FF2B5EF4-FFF2-40B4-BE49-F238E27FC236}">
                <a16:creationId xmlns:a16="http://schemas.microsoft.com/office/drawing/2014/main" id="{B8BBD0BE-6877-96DA-EDC9-3AA35B3E95CE}"/>
              </a:ext>
            </a:extLst>
          </p:cNvPr>
          <p:cNvSpPr>
            <a:spLocks/>
          </p:cNvSpPr>
          <p:nvPr/>
        </p:nvSpPr>
        <p:spPr bwMode="auto">
          <a:xfrm>
            <a:off x="4926371" y="4685075"/>
            <a:ext cx="152400" cy="173290"/>
          </a:xfrm>
          <a:prstGeom prst="diamond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28" name="AutoShape 33">
            <a:extLst>
              <a:ext uri="{FF2B5EF4-FFF2-40B4-BE49-F238E27FC236}">
                <a16:creationId xmlns:a16="http://schemas.microsoft.com/office/drawing/2014/main" id="{72B3363A-D830-BEBB-9D66-BB5E4A909296}"/>
              </a:ext>
            </a:extLst>
          </p:cNvPr>
          <p:cNvSpPr>
            <a:spLocks/>
          </p:cNvSpPr>
          <p:nvPr/>
        </p:nvSpPr>
        <p:spPr bwMode="auto">
          <a:xfrm>
            <a:off x="6907571" y="5142275"/>
            <a:ext cx="152400" cy="173290"/>
          </a:xfrm>
          <a:prstGeom prst="diamond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29" name="AutoShape 34">
            <a:extLst>
              <a:ext uri="{FF2B5EF4-FFF2-40B4-BE49-F238E27FC236}">
                <a16:creationId xmlns:a16="http://schemas.microsoft.com/office/drawing/2014/main" id="{2EF8E173-19CB-A564-AEFD-4F4AEB608582}"/>
              </a:ext>
            </a:extLst>
          </p:cNvPr>
          <p:cNvSpPr>
            <a:spLocks/>
          </p:cNvSpPr>
          <p:nvPr/>
        </p:nvSpPr>
        <p:spPr bwMode="auto">
          <a:xfrm>
            <a:off x="6755171" y="5523275"/>
            <a:ext cx="152400" cy="173290"/>
          </a:xfrm>
          <a:prstGeom prst="diamond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30" name="AutoShape 35">
            <a:extLst>
              <a:ext uri="{FF2B5EF4-FFF2-40B4-BE49-F238E27FC236}">
                <a16:creationId xmlns:a16="http://schemas.microsoft.com/office/drawing/2014/main" id="{31A54E8A-5743-0F67-3159-35A947AC2D9D}"/>
              </a:ext>
            </a:extLst>
          </p:cNvPr>
          <p:cNvSpPr>
            <a:spLocks/>
          </p:cNvSpPr>
          <p:nvPr/>
        </p:nvSpPr>
        <p:spPr bwMode="auto">
          <a:xfrm>
            <a:off x="6602771" y="4532675"/>
            <a:ext cx="152400" cy="173290"/>
          </a:xfrm>
          <a:prstGeom prst="diamond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31" name="AutoShape 36">
            <a:extLst>
              <a:ext uri="{FF2B5EF4-FFF2-40B4-BE49-F238E27FC236}">
                <a16:creationId xmlns:a16="http://schemas.microsoft.com/office/drawing/2014/main" id="{0C7EDCB9-6019-3EB4-DAE9-AD9B009BF8C5}"/>
              </a:ext>
            </a:extLst>
          </p:cNvPr>
          <p:cNvSpPr>
            <a:spLocks/>
          </p:cNvSpPr>
          <p:nvPr/>
        </p:nvSpPr>
        <p:spPr bwMode="auto">
          <a:xfrm>
            <a:off x="7212371" y="5751875"/>
            <a:ext cx="152400" cy="173290"/>
          </a:xfrm>
          <a:prstGeom prst="diamond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32" name="AutoShape 37">
            <a:extLst>
              <a:ext uri="{FF2B5EF4-FFF2-40B4-BE49-F238E27FC236}">
                <a16:creationId xmlns:a16="http://schemas.microsoft.com/office/drawing/2014/main" id="{30FE89B2-CB9B-D5E5-D08F-3B917F8DB932}"/>
              </a:ext>
            </a:extLst>
          </p:cNvPr>
          <p:cNvSpPr>
            <a:spLocks/>
          </p:cNvSpPr>
          <p:nvPr/>
        </p:nvSpPr>
        <p:spPr bwMode="auto">
          <a:xfrm>
            <a:off x="6374171" y="3084875"/>
            <a:ext cx="152400" cy="173290"/>
          </a:xfrm>
          <a:prstGeom prst="diamond">
            <a:avLst/>
          </a:prstGeom>
          <a:solidFill>
            <a:srgbClr val="00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grpSp>
        <p:nvGrpSpPr>
          <p:cNvPr id="133" name="Group 43">
            <a:extLst>
              <a:ext uri="{FF2B5EF4-FFF2-40B4-BE49-F238E27FC236}">
                <a16:creationId xmlns:a16="http://schemas.microsoft.com/office/drawing/2014/main" id="{752FDA3A-99AC-ABFB-27B8-B4807370EF83}"/>
              </a:ext>
            </a:extLst>
          </p:cNvPr>
          <p:cNvGrpSpPr>
            <a:grpSpLocks/>
          </p:cNvGrpSpPr>
          <p:nvPr/>
        </p:nvGrpSpPr>
        <p:grpSpPr bwMode="auto">
          <a:xfrm>
            <a:off x="1449746" y="1347020"/>
            <a:ext cx="6865938" cy="5121072"/>
            <a:chOff x="11" y="0"/>
            <a:chExt cx="4324" cy="2836"/>
          </a:xfrm>
        </p:grpSpPr>
        <p:grpSp>
          <p:nvGrpSpPr>
            <p:cNvPr id="134" name="Group 40">
              <a:extLst>
                <a:ext uri="{FF2B5EF4-FFF2-40B4-BE49-F238E27FC236}">
                  <a16:creationId xmlns:a16="http://schemas.microsoft.com/office/drawing/2014/main" id="{BB44FB08-3DBB-DC82-5A9B-DE19D7D2B5E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5" y="0"/>
              <a:ext cx="3744" cy="2640"/>
              <a:chOff x="0" y="0"/>
              <a:chExt cx="3744" cy="2640"/>
            </a:xfrm>
          </p:grpSpPr>
          <p:sp>
            <p:nvSpPr>
              <p:cNvPr id="137" name="Line 38">
                <a:extLst>
                  <a:ext uri="{FF2B5EF4-FFF2-40B4-BE49-F238E27FC236}">
                    <a16:creationId xmlns:a16="http://schemas.microsoft.com/office/drawing/2014/main" id="{9ED57592-A03C-5FE3-7366-C9611F583A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0" y="0"/>
                <a:ext cx="0" cy="264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nl-NL"/>
              </a:p>
            </p:txBody>
          </p:sp>
          <p:sp>
            <p:nvSpPr>
              <p:cNvPr id="138" name="Line 39">
                <a:extLst>
                  <a:ext uri="{FF2B5EF4-FFF2-40B4-BE49-F238E27FC236}">
                    <a16:creationId xmlns:a16="http://schemas.microsoft.com/office/drawing/2014/main" id="{21ACF6EE-3FF9-FCA8-3D83-930A36632C4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0" y="2640"/>
                <a:ext cx="3744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nl-NL"/>
              </a:p>
            </p:txBody>
          </p:sp>
        </p:grpSp>
        <p:sp>
          <p:nvSpPr>
            <p:cNvPr id="135" name="Rectangle 41">
              <a:extLst>
                <a:ext uri="{FF2B5EF4-FFF2-40B4-BE49-F238E27FC236}">
                  <a16:creationId xmlns:a16="http://schemas.microsoft.com/office/drawing/2014/main" id="{99CE7B20-01DB-E4C4-4F20-02697DCFD002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4" y="2538"/>
              <a:ext cx="171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8100" tIns="38100" rIns="38100" bIns="38100">
              <a:spAutoFit/>
            </a:bodyPr>
            <a:lstStyle>
              <a:lvl1pPr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1pPr>
              <a:lvl2pPr marL="742950" indent="-28575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2pPr>
              <a:lvl3pPr marL="11430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3pPr>
              <a:lvl4pPr marL="16002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4pPr>
              <a:lvl5pPr marL="20574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9pPr>
            </a:lstStyle>
            <a:p>
              <a:pPr eaLnBrk="1" hangingPunct="1"/>
              <a:r>
                <a:rPr lang="en-US" altLang="en-NL">
                  <a:solidFill>
                    <a:schemeClr val="tx1"/>
                  </a:solidFill>
                  <a:latin typeface="Verdana" panose="020B0604030504040204" pitchFamily="34" charset="0"/>
                </a:rPr>
                <a:t>x</a:t>
              </a:r>
            </a:p>
          </p:txBody>
        </p:sp>
        <p:sp>
          <p:nvSpPr>
            <p:cNvPr id="136" name="Rectangle 42">
              <a:extLst>
                <a:ext uri="{FF2B5EF4-FFF2-40B4-BE49-F238E27FC236}">
                  <a16:creationId xmlns:a16="http://schemas.microsoft.com/office/drawing/2014/main" id="{17F03BC7-79EF-DD65-A835-186BBF3CC75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" y="842"/>
              <a:ext cx="171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8100" tIns="38100" rIns="38100" bIns="38100">
              <a:spAutoFit/>
            </a:bodyPr>
            <a:lstStyle>
              <a:lvl1pPr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1pPr>
              <a:lvl2pPr marL="742950" indent="-28575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2pPr>
              <a:lvl3pPr marL="11430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3pPr>
              <a:lvl4pPr marL="16002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4pPr>
              <a:lvl5pPr marL="20574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9pPr>
            </a:lstStyle>
            <a:p>
              <a:pPr eaLnBrk="1" hangingPunct="1"/>
              <a:r>
                <a:rPr lang="en-US" altLang="en-NL">
                  <a:solidFill>
                    <a:schemeClr val="tx1"/>
                  </a:solidFill>
                  <a:latin typeface="Verdana" panose="020B0604030504040204" pitchFamily="34" charset="0"/>
                </a:rPr>
                <a:t>y</a:t>
              </a:r>
            </a:p>
          </p:txBody>
        </p:sp>
      </p:grpSp>
      <p:sp>
        <p:nvSpPr>
          <p:cNvPr id="140" name="AutoShape 45">
            <a:extLst>
              <a:ext uri="{FF2B5EF4-FFF2-40B4-BE49-F238E27FC236}">
                <a16:creationId xmlns:a16="http://schemas.microsoft.com/office/drawing/2014/main" id="{D1E1EE36-829F-3BB4-4768-50EDA5C33E8F}"/>
              </a:ext>
            </a:extLst>
          </p:cNvPr>
          <p:cNvSpPr>
            <a:spLocks/>
          </p:cNvSpPr>
          <p:nvPr/>
        </p:nvSpPr>
        <p:spPr bwMode="auto">
          <a:xfrm>
            <a:off x="4681896" y="4304075"/>
            <a:ext cx="152400" cy="173290"/>
          </a:xfrm>
          <a:prstGeom prst="diamond">
            <a:avLst/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cxnSp>
        <p:nvCxnSpPr>
          <p:cNvPr id="3" name="Rechte verbindingslijn 2">
            <a:extLst>
              <a:ext uri="{FF2B5EF4-FFF2-40B4-BE49-F238E27FC236}">
                <a16:creationId xmlns:a16="http://schemas.microsoft.com/office/drawing/2014/main" id="{9B6A0B02-923E-FE7A-4F21-596B01B758F8}"/>
              </a:ext>
            </a:extLst>
          </p:cNvPr>
          <p:cNvCxnSpPr>
            <a:cxnSpLocks/>
            <a:stCxn id="112" idx="3"/>
            <a:endCxn id="102" idx="2"/>
          </p:cNvCxnSpPr>
          <p:nvPr/>
        </p:nvCxnSpPr>
        <p:spPr>
          <a:xfrm flipV="1">
            <a:off x="2792771" y="3968892"/>
            <a:ext cx="584201" cy="1932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kstvak 19">
            <a:extLst>
              <a:ext uri="{FF2B5EF4-FFF2-40B4-BE49-F238E27FC236}">
                <a16:creationId xmlns:a16="http://schemas.microsoft.com/office/drawing/2014/main" id="{2F87EA60-53C5-900A-66F7-0D0BE87CE67D}"/>
              </a:ext>
            </a:extLst>
          </p:cNvPr>
          <p:cNvSpPr txBox="1"/>
          <p:nvPr/>
        </p:nvSpPr>
        <p:spPr>
          <a:xfrm>
            <a:off x="8607071" y="2638120"/>
            <a:ext cx="366546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en-US" altLang="en-NL" sz="1800" err="1">
                <a:solidFill>
                  <a:srgbClr val="000000"/>
                </a:solidFill>
                <a:latin typeface="Verdana" panose="020B0604030504040204" pitchFamily="34" charset="0"/>
              </a:rPr>
              <a:t>Voor</a:t>
            </a:r>
            <a:r>
              <a:rPr lang="en-US" altLang="en-NL" sz="180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en-US" altLang="en-NL" sz="1800" err="1">
                <a:solidFill>
                  <a:srgbClr val="000000"/>
                </a:solidFill>
                <a:latin typeface="Verdana" panose="020B0604030504040204" pitchFamily="34" charset="0"/>
              </a:rPr>
              <a:t>deze</a:t>
            </a:r>
            <a:r>
              <a:rPr lang="en-US" altLang="en-NL" sz="180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en-US" altLang="en-NL" sz="1800" err="1">
                <a:solidFill>
                  <a:srgbClr val="000000"/>
                </a:solidFill>
                <a:latin typeface="Verdana" panose="020B0604030504040204" pitchFamily="34" charset="0"/>
              </a:rPr>
              <a:t>koppeling</a:t>
            </a:r>
            <a:r>
              <a:rPr lang="en-US" altLang="en-NL" sz="180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en-US" altLang="en-NL" sz="1800" err="1">
                <a:solidFill>
                  <a:srgbClr val="000000"/>
                </a:solidFill>
                <a:latin typeface="Verdana" panose="020B0604030504040204" pitchFamily="34" charset="0"/>
              </a:rPr>
              <a:t>wordt</a:t>
            </a:r>
            <a:r>
              <a:rPr lang="en-US" altLang="en-NL" sz="1800">
                <a:solidFill>
                  <a:srgbClr val="000000"/>
                </a:solidFill>
                <a:latin typeface="Verdana" panose="020B0604030504040204" pitchFamily="34" charset="0"/>
              </a:rPr>
              <a:t> per </a:t>
            </a:r>
            <a:r>
              <a:rPr lang="en-US" altLang="en-NL" sz="1800" err="1">
                <a:solidFill>
                  <a:srgbClr val="000000"/>
                </a:solidFill>
                <a:latin typeface="Verdana" panose="020B0604030504040204" pitchFamily="34" charset="0"/>
              </a:rPr>
              <a:t>datapunt</a:t>
            </a:r>
            <a:r>
              <a:rPr lang="en-US" altLang="en-NL" sz="1800">
                <a:solidFill>
                  <a:srgbClr val="000000"/>
                </a:solidFill>
                <a:latin typeface="Verdana" panose="020B0604030504040204" pitchFamily="34" charset="0"/>
              </a:rPr>
              <a:t> de </a:t>
            </a:r>
            <a:r>
              <a:rPr lang="en-US" altLang="en-NL" sz="1800" err="1">
                <a:solidFill>
                  <a:srgbClr val="000000"/>
                </a:solidFill>
                <a:latin typeface="Verdana" panose="020B0604030504040204" pitchFamily="34" charset="0"/>
              </a:rPr>
              <a:t>zgn</a:t>
            </a:r>
            <a:r>
              <a:rPr lang="en-US" altLang="en-NL" sz="1800">
                <a:solidFill>
                  <a:srgbClr val="000000"/>
                </a:solidFill>
                <a:latin typeface="Verdana" panose="020B0604030504040204" pitchFamily="34" charset="0"/>
              </a:rPr>
              <a:t>. </a:t>
            </a:r>
            <a:r>
              <a:rPr lang="nl-NL" altLang="en-NL" sz="1800">
                <a:solidFill>
                  <a:srgbClr val="000000"/>
                </a:solidFill>
                <a:latin typeface="Verdana" panose="020B0604030504040204" pitchFamily="34" charset="0"/>
              </a:rPr>
              <a:t>“euclidische afstand” berekend tot elk centrum.</a:t>
            </a:r>
          </a:p>
          <a:p>
            <a:pPr eaLnBrk="1" hangingPunct="1"/>
            <a:endParaRPr lang="nl-NL" altLang="en-NL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eaLnBrk="1" hangingPunct="1"/>
            <a:r>
              <a:rPr lang="nl-NL" altLang="en-NL">
                <a:solidFill>
                  <a:srgbClr val="000000"/>
                </a:solidFill>
                <a:latin typeface="Verdana" panose="020B0604030504040204" pitchFamily="34" charset="0"/>
              </a:rPr>
              <a:t>Vervolgens wordt elk punt gekoppeld aan het centrum waarbij de euclidische afstand het laagst is.</a:t>
            </a:r>
            <a:endParaRPr lang="en-US" altLang="en-NL" sz="1800">
              <a:solidFill>
                <a:srgbClr val="000000"/>
              </a:solidFill>
              <a:latin typeface="Verdana" panose="020B0604030504040204" pitchFamily="34" charset="0"/>
            </a:endParaRPr>
          </a:p>
        </p:txBody>
      </p:sp>
      <p:cxnSp>
        <p:nvCxnSpPr>
          <p:cNvPr id="21" name="Rechte verbindingslijn 20">
            <a:extLst>
              <a:ext uri="{FF2B5EF4-FFF2-40B4-BE49-F238E27FC236}">
                <a16:creationId xmlns:a16="http://schemas.microsoft.com/office/drawing/2014/main" id="{95C9AE27-D2BD-9442-1EA2-564C61F71216}"/>
              </a:ext>
            </a:extLst>
          </p:cNvPr>
          <p:cNvCxnSpPr>
            <a:cxnSpLocks/>
            <a:stCxn id="112" idx="3"/>
            <a:endCxn id="99" idx="3"/>
          </p:cNvCxnSpPr>
          <p:nvPr/>
        </p:nvCxnSpPr>
        <p:spPr>
          <a:xfrm flipV="1">
            <a:off x="2792771" y="2936348"/>
            <a:ext cx="1405078" cy="12257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Rechte verbindingslijn 23">
            <a:extLst>
              <a:ext uri="{FF2B5EF4-FFF2-40B4-BE49-F238E27FC236}">
                <a16:creationId xmlns:a16="http://schemas.microsoft.com/office/drawing/2014/main" id="{6DBC459D-1B11-E14B-2045-D3B999298F1D}"/>
              </a:ext>
            </a:extLst>
          </p:cNvPr>
          <p:cNvCxnSpPr>
            <a:cxnSpLocks/>
            <a:stCxn id="112" idx="3"/>
            <a:endCxn id="105" idx="2"/>
          </p:cNvCxnSpPr>
          <p:nvPr/>
        </p:nvCxnSpPr>
        <p:spPr>
          <a:xfrm>
            <a:off x="2792771" y="4162120"/>
            <a:ext cx="2667001" cy="14373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5127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88C99E86-813E-C04C-ACFA-5A15EFEB2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737D-49A5-4740-8401-0C4DFF2B9D4A}" type="slidenum">
              <a:rPr lang="nl-NL" smtClean="0"/>
              <a:pPr/>
              <a:t>10</a:t>
            </a:fld>
            <a:endParaRPr lang="nl-NL"/>
          </a:p>
        </p:txBody>
      </p:sp>
      <p:sp>
        <p:nvSpPr>
          <p:cNvPr id="6" name="Tekstvak 7">
            <a:extLst>
              <a:ext uri="{FF2B5EF4-FFF2-40B4-BE49-F238E27FC236}">
                <a16:creationId xmlns:a16="http://schemas.microsoft.com/office/drawing/2014/main" id="{584FD35D-CBEF-84A0-42F2-5B93A23B275D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800">
                <a:solidFill>
                  <a:schemeClr val="bg1"/>
                </a:solidFill>
                <a:latin typeface="+mn-lt"/>
              </a:rPr>
              <a:t>Jelle van Barneveld</a:t>
            </a:r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273C776D-F374-B3EB-C813-03751C639B5D}"/>
              </a:ext>
            </a:extLst>
          </p:cNvPr>
          <p:cNvSpPr txBox="1"/>
          <p:nvPr/>
        </p:nvSpPr>
        <p:spPr>
          <a:xfrm>
            <a:off x="2531828" y="-990"/>
            <a:ext cx="8636105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</a:pPr>
            <a:r>
              <a:rPr lang="en-US" sz="3000" b="1">
                <a:solidFill>
                  <a:srgbClr val="829C30"/>
                </a:solidFill>
                <a:latin typeface="Arial"/>
                <a:ea typeface="MS PGothic" charset="0"/>
              </a:rPr>
              <a:t>K-</a:t>
            </a:r>
            <a:r>
              <a:rPr lang="en-US" sz="3000" b="1" err="1">
                <a:solidFill>
                  <a:srgbClr val="829C30"/>
                </a:solidFill>
                <a:latin typeface="Arial"/>
                <a:ea typeface="MS PGothic" charset="0"/>
              </a:rPr>
              <a:t>meansclustering</a:t>
            </a:r>
            <a:r>
              <a:rPr lang="en-US" sz="3000" b="1">
                <a:solidFill>
                  <a:srgbClr val="829C30"/>
                </a:solidFill>
                <a:latin typeface="Arial"/>
                <a:ea typeface="MS PGothic" charset="0"/>
              </a:rPr>
              <a:t>: de </a:t>
            </a:r>
            <a:r>
              <a:rPr lang="en-US" sz="3000" b="1" err="1">
                <a:solidFill>
                  <a:srgbClr val="829C30"/>
                </a:solidFill>
                <a:latin typeface="Arial"/>
                <a:ea typeface="MS PGothic" charset="0"/>
              </a:rPr>
              <a:t>stappen</a:t>
            </a:r>
            <a:endParaRPr lang="en-US" sz="3000" b="1">
              <a:solidFill>
                <a:srgbClr val="829C30"/>
              </a:solidFill>
              <a:latin typeface="Arial"/>
              <a:ea typeface="MS PGothic" charset="0"/>
            </a:endParaRPr>
          </a:p>
        </p:txBody>
      </p:sp>
      <p:cxnSp>
        <p:nvCxnSpPr>
          <p:cNvPr id="8" name="Straight Connector 10">
            <a:extLst>
              <a:ext uri="{FF2B5EF4-FFF2-40B4-BE49-F238E27FC236}">
                <a16:creationId xmlns:a16="http://schemas.microsoft.com/office/drawing/2014/main" id="{FC46091E-9110-FB9A-343D-BD46860A7326}"/>
              </a:ext>
            </a:extLst>
          </p:cNvPr>
          <p:cNvCxnSpPr>
            <a:cxnSpLocks/>
          </p:cNvCxnSpPr>
          <p:nvPr/>
        </p:nvCxnSpPr>
        <p:spPr>
          <a:xfrm>
            <a:off x="988290" y="812800"/>
            <a:ext cx="11203710" cy="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3">
            <a:extLst>
              <a:ext uri="{FF2B5EF4-FFF2-40B4-BE49-F238E27FC236}">
                <a16:creationId xmlns:a16="http://schemas.microsoft.com/office/drawing/2014/main" id="{03F21FE5-01A9-1CF9-6E21-6F1087E0E0FE}"/>
              </a:ext>
            </a:extLst>
          </p:cNvPr>
          <p:cNvSpPr txBox="1">
            <a:spLocks noChangeArrowheads="1"/>
          </p:cNvSpPr>
          <p:nvPr/>
        </p:nvSpPr>
        <p:spPr>
          <a:xfrm>
            <a:off x="988290" y="812801"/>
            <a:ext cx="11203710" cy="534218"/>
          </a:xfrm>
          <a:prstGeom prst="rect">
            <a:avLst/>
          </a:prstGeom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536575" indent="-263525" algn="l" defTabSz="914400" rtl="0" eaLnBrk="1" latinLnBrk="0" hangingPunct="1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Font typeface="Calibri" panose="020F0502020204030204" pitchFamily="34" charset="0"/>
              <a:buChar char="−"/>
              <a:defRPr sz="20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809625" indent="-273050" algn="l" defTabSz="914400" rtl="0" eaLnBrk="1" latinLnBrk="0" hangingPunct="1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Font typeface="Calibri" panose="020F0502020204030204" pitchFamily="34" charset="0"/>
              <a:buChar char="−"/>
              <a:defRPr sz="20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073150" indent="-263525" algn="l" defTabSz="914400" rtl="0" eaLnBrk="1" latinLnBrk="0" hangingPunct="1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Font typeface="Calibri" panose="020F0502020204030204" pitchFamily="34" charset="0"/>
              <a:buChar char="−"/>
              <a:defRPr sz="20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344613" indent="-271463" algn="l" defTabSz="914400" rtl="0" eaLnBrk="1" latinLnBrk="0" hangingPunct="1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Font typeface="Calibri" panose="020F0502020204030204" pitchFamily="34" charset="0"/>
              <a:buChar char="−"/>
              <a:defRPr sz="20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5900" indent="0" algn="ctr">
              <a:lnSpc>
                <a:spcPct val="110000"/>
              </a:lnSpc>
              <a:buSzPct val="69000"/>
              <a:buFont typeface="Arial" panose="020B0604020202020204" pitchFamily="34" charset="0"/>
              <a:buNone/>
              <a:defRPr/>
            </a:pPr>
            <a:r>
              <a:rPr lang="nl-NL" b="1">
                <a:solidFill>
                  <a:srgbClr val="000000"/>
                </a:solidFill>
                <a:sym typeface="Palatino" charset="0"/>
              </a:rPr>
              <a:t>Stap 3: </a:t>
            </a:r>
            <a:r>
              <a:rPr lang="nl-NL">
                <a:solidFill>
                  <a:srgbClr val="000000"/>
                </a:solidFill>
                <a:sym typeface="Palatino" charset="0"/>
              </a:rPr>
              <a:t>Verplaats het centrum naar het daadwerkelijke centrum van het cluster</a:t>
            </a: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AE934868-7D26-F8DA-B5DD-9CD1A32A9769}"/>
              </a:ext>
            </a:extLst>
          </p:cNvPr>
          <p:cNvSpPr>
            <a:spLocks/>
          </p:cNvSpPr>
          <p:nvPr/>
        </p:nvSpPr>
        <p:spPr bwMode="auto">
          <a:xfrm>
            <a:off x="4356100" y="5295900"/>
            <a:ext cx="152400" cy="152400"/>
          </a:xfrm>
          <a:prstGeom prst="diamond">
            <a:avLst/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F2D2091F-169B-5ED6-BD93-25D8A317779C}"/>
              </a:ext>
            </a:extLst>
          </p:cNvPr>
          <p:cNvSpPr>
            <a:spLocks/>
          </p:cNvSpPr>
          <p:nvPr/>
        </p:nvSpPr>
        <p:spPr bwMode="auto">
          <a:xfrm>
            <a:off x="4508500" y="5524500"/>
            <a:ext cx="152400" cy="152400"/>
          </a:xfrm>
          <a:prstGeom prst="diamond">
            <a:avLst/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0" name="AutoShape 5">
            <a:extLst>
              <a:ext uri="{FF2B5EF4-FFF2-40B4-BE49-F238E27FC236}">
                <a16:creationId xmlns:a16="http://schemas.microsoft.com/office/drawing/2014/main" id="{3DCEF880-AA3E-84FF-D54A-A2CD2A07820D}"/>
              </a:ext>
            </a:extLst>
          </p:cNvPr>
          <p:cNvSpPr>
            <a:spLocks/>
          </p:cNvSpPr>
          <p:nvPr/>
        </p:nvSpPr>
        <p:spPr bwMode="auto">
          <a:xfrm>
            <a:off x="4279900" y="5753100"/>
            <a:ext cx="152400" cy="152400"/>
          </a:xfrm>
          <a:prstGeom prst="diamond">
            <a:avLst/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1" name="AutoShape 6">
            <a:extLst>
              <a:ext uri="{FF2B5EF4-FFF2-40B4-BE49-F238E27FC236}">
                <a16:creationId xmlns:a16="http://schemas.microsoft.com/office/drawing/2014/main" id="{6A6642D6-8C6D-3D9A-5265-231C2DD59DF0}"/>
              </a:ext>
            </a:extLst>
          </p:cNvPr>
          <p:cNvSpPr>
            <a:spLocks/>
          </p:cNvSpPr>
          <p:nvPr/>
        </p:nvSpPr>
        <p:spPr bwMode="auto">
          <a:xfrm>
            <a:off x="4051300" y="5067300"/>
            <a:ext cx="152400" cy="152400"/>
          </a:xfrm>
          <a:prstGeom prst="diamond">
            <a:avLst/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2" name="AutoShape 7">
            <a:extLst>
              <a:ext uri="{FF2B5EF4-FFF2-40B4-BE49-F238E27FC236}">
                <a16:creationId xmlns:a16="http://schemas.microsoft.com/office/drawing/2014/main" id="{FCB2A5E8-87FF-90AD-7DB1-7459B2E7E133}"/>
              </a:ext>
            </a:extLst>
          </p:cNvPr>
          <p:cNvSpPr>
            <a:spLocks/>
          </p:cNvSpPr>
          <p:nvPr/>
        </p:nvSpPr>
        <p:spPr bwMode="auto">
          <a:xfrm>
            <a:off x="4051300" y="2705100"/>
            <a:ext cx="152400" cy="152400"/>
          </a:xfrm>
          <a:prstGeom prst="diamond">
            <a:avLst/>
          </a:prstGeom>
          <a:solidFill>
            <a:srgbClr val="00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3" name="AutoShape 8">
            <a:extLst>
              <a:ext uri="{FF2B5EF4-FFF2-40B4-BE49-F238E27FC236}">
                <a16:creationId xmlns:a16="http://schemas.microsoft.com/office/drawing/2014/main" id="{602088EB-4652-2AFF-441C-0DB17D4E0070}"/>
              </a:ext>
            </a:extLst>
          </p:cNvPr>
          <p:cNvSpPr>
            <a:spLocks/>
          </p:cNvSpPr>
          <p:nvPr/>
        </p:nvSpPr>
        <p:spPr bwMode="auto">
          <a:xfrm>
            <a:off x="4051300" y="4229100"/>
            <a:ext cx="152400" cy="152400"/>
          </a:xfrm>
          <a:prstGeom prst="diamond">
            <a:avLst/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4" name="AutoShape 9">
            <a:extLst>
              <a:ext uri="{FF2B5EF4-FFF2-40B4-BE49-F238E27FC236}">
                <a16:creationId xmlns:a16="http://schemas.microsoft.com/office/drawing/2014/main" id="{0D489951-D7D4-3977-7099-C6AF281DD71E}"/>
              </a:ext>
            </a:extLst>
          </p:cNvPr>
          <p:cNvSpPr>
            <a:spLocks/>
          </p:cNvSpPr>
          <p:nvPr/>
        </p:nvSpPr>
        <p:spPr bwMode="auto">
          <a:xfrm>
            <a:off x="4051300" y="5753100"/>
            <a:ext cx="152400" cy="152400"/>
          </a:xfrm>
          <a:prstGeom prst="diamond">
            <a:avLst/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5" name="AutoShape 10">
            <a:extLst>
              <a:ext uri="{FF2B5EF4-FFF2-40B4-BE49-F238E27FC236}">
                <a16:creationId xmlns:a16="http://schemas.microsoft.com/office/drawing/2014/main" id="{BD5C3AC3-D567-AD45-924A-A8BDCF06B54E}"/>
              </a:ext>
            </a:extLst>
          </p:cNvPr>
          <p:cNvSpPr>
            <a:spLocks/>
          </p:cNvSpPr>
          <p:nvPr/>
        </p:nvSpPr>
        <p:spPr bwMode="auto">
          <a:xfrm>
            <a:off x="3594100" y="4762500"/>
            <a:ext cx="152400" cy="152400"/>
          </a:xfrm>
          <a:prstGeom prst="diamond">
            <a:avLst/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6" name="AutoShape 11">
            <a:extLst>
              <a:ext uri="{FF2B5EF4-FFF2-40B4-BE49-F238E27FC236}">
                <a16:creationId xmlns:a16="http://schemas.microsoft.com/office/drawing/2014/main" id="{85463158-4E8F-A790-882D-AD5CC2E374BF}"/>
              </a:ext>
            </a:extLst>
          </p:cNvPr>
          <p:cNvSpPr>
            <a:spLocks/>
          </p:cNvSpPr>
          <p:nvPr/>
        </p:nvSpPr>
        <p:spPr bwMode="auto">
          <a:xfrm>
            <a:off x="7861300" y="2476500"/>
            <a:ext cx="152400" cy="152400"/>
          </a:xfrm>
          <a:prstGeom prst="diamond">
            <a:avLst/>
          </a:prstGeom>
          <a:solidFill>
            <a:srgbClr val="00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7" name="AutoShape 12">
            <a:extLst>
              <a:ext uri="{FF2B5EF4-FFF2-40B4-BE49-F238E27FC236}">
                <a16:creationId xmlns:a16="http://schemas.microsoft.com/office/drawing/2014/main" id="{940199E2-AB51-ABFD-3472-B6E7240F3CAB}"/>
              </a:ext>
            </a:extLst>
          </p:cNvPr>
          <p:cNvSpPr>
            <a:spLocks/>
          </p:cNvSpPr>
          <p:nvPr/>
        </p:nvSpPr>
        <p:spPr bwMode="auto">
          <a:xfrm>
            <a:off x="8318500" y="2552700"/>
            <a:ext cx="152400" cy="152400"/>
          </a:xfrm>
          <a:prstGeom prst="diamond">
            <a:avLst/>
          </a:prstGeom>
          <a:solidFill>
            <a:srgbClr val="00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8" name="AutoShape 13">
            <a:extLst>
              <a:ext uri="{FF2B5EF4-FFF2-40B4-BE49-F238E27FC236}">
                <a16:creationId xmlns:a16="http://schemas.microsoft.com/office/drawing/2014/main" id="{EF33A61D-206C-F2CB-8E16-3BBD82BA1F77}"/>
              </a:ext>
            </a:extLst>
          </p:cNvPr>
          <p:cNvSpPr>
            <a:spLocks/>
          </p:cNvSpPr>
          <p:nvPr/>
        </p:nvSpPr>
        <p:spPr bwMode="auto">
          <a:xfrm>
            <a:off x="8178800" y="2743200"/>
            <a:ext cx="152400" cy="152400"/>
          </a:xfrm>
          <a:prstGeom prst="diamond">
            <a:avLst/>
          </a:prstGeom>
          <a:solidFill>
            <a:srgbClr val="00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9" name="AutoShape 14">
            <a:extLst>
              <a:ext uri="{FF2B5EF4-FFF2-40B4-BE49-F238E27FC236}">
                <a16:creationId xmlns:a16="http://schemas.microsoft.com/office/drawing/2014/main" id="{A339D666-BA0D-4556-F2CA-8A20D24C42B0}"/>
              </a:ext>
            </a:extLst>
          </p:cNvPr>
          <p:cNvSpPr>
            <a:spLocks/>
          </p:cNvSpPr>
          <p:nvPr/>
        </p:nvSpPr>
        <p:spPr bwMode="auto">
          <a:xfrm>
            <a:off x="8026400" y="2895600"/>
            <a:ext cx="152400" cy="152400"/>
          </a:xfrm>
          <a:prstGeom prst="diamond">
            <a:avLst/>
          </a:prstGeom>
          <a:solidFill>
            <a:srgbClr val="00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20" name="AutoShape 15">
            <a:extLst>
              <a:ext uri="{FF2B5EF4-FFF2-40B4-BE49-F238E27FC236}">
                <a16:creationId xmlns:a16="http://schemas.microsoft.com/office/drawing/2014/main" id="{54535F25-8EFF-EF17-C96E-B3E932F37C34}"/>
              </a:ext>
            </a:extLst>
          </p:cNvPr>
          <p:cNvSpPr>
            <a:spLocks/>
          </p:cNvSpPr>
          <p:nvPr/>
        </p:nvSpPr>
        <p:spPr bwMode="auto">
          <a:xfrm>
            <a:off x="8331200" y="3048000"/>
            <a:ext cx="152400" cy="152400"/>
          </a:xfrm>
          <a:prstGeom prst="diamond">
            <a:avLst/>
          </a:prstGeom>
          <a:solidFill>
            <a:srgbClr val="00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21" name="AutoShape 16">
            <a:extLst>
              <a:ext uri="{FF2B5EF4-FFF2-40B4-BE49-F238E27FC236}">
                <a16:creationId xmlns:a16="http://schemas.microsoft.com/office/drawing/2014/main" id="{D6F3C3FA-21B9-1C2F-F1FA-9A305CF17CCB}"/>
              </a:ext>
            </a:extLst>
          </p:cNvPr>
          <p:cNvSpPr>
            <a:spLocks/>
          </p:cNvSpPr>
          <p:nvPr/>
        </p:nvSpPr>
        <p:spPr bwMode="auto">
          <a:xfrm>
            <a:off x="8623300" y="3390900"/>
            <a:ext cx="152400" cy="152400"/>
          </a:xfrm>
          <a:prstGeom prst="diamond">
            <a:avLst/>
          </a:prstGeom>
          <a:solidFill>
            <a:srgbClr val="00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22" name="AutoShape 17">
            <a:extLst>
              <a:ext uri="{FF2B5EF4-FFF2-40B4-BE49-F238E27FC236}">
                <a16:creationId xmlns:a16="http://schemas.microsoft.com/office/drawing/2014/main" id="{55B815F5-11C2-E36A-84FD-86CC63371600}"/>
              </a:ext>
            </a:extLst>
          </p:cNvPr>
          <p:cNvSpPr>
            <a:spLocks/>
          </p:cNvSpPr>
          <p:nvPr/>
        </p:nvSpPr>
        <p:spPr bwMode="auto">
          <a:xfrm>
            <a:off x="6870700" y="2476500"/>
            <a:ext cx="152400" cy="152400"/>
          </a:xfrm>
          <a:prstGeom prst="diamond">
            <a:avLst/>
          </a:prstGeom>
          <a:solidFill>
            <a:srgbClr val="00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23" name="AutoShape 18">
            <a:extLst>
              <a:ext uri="{FF2B5EF4-FFF2-40B4-BE49-F238E27FC236}">
                <a16:creationId xmlns:a16="http://schemas.microsoft.com/office/drawing/2014/main" id="{824365A0-99DE-7F53-DA17-6E5209F9193F}"/>
              </a:ext>
            </a:extLst>
          </p:cNvPr>
          <p:cNvSpPr>
            <a:spLocks/>
          </p:cNvSpPr>
          <p:nvPr/>
        </p:nvSpPr>
        <p:spPr bwMode="auto">
          <a:xfrm>
            <a:off x="7175500" y="3924300"/>
            <a:ext cx="152400" cy="152400"/>
          </a:xfrm>
          <a:prstGeom prst="diamond">
            <a:avLst/>
          </a:prstGeom>
          <a:solidFill>
            <a:srgbClr val="00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24" name="AutoShape 19">
            <a:extLst>
              <a:ext uri="{FF2B5EF4-FFF2-40B4-BE49-F238E27FC236}">
                <a16:creationId xmlns:a16="http://schemas.microsoft.com/office/drawing/2014/main" id="{4B4ACB8C-47D7-B2F5-C468-43F93AA91FBD}"/>
              </a:ext>
            </a:extLst>
          </p:cNvPr>
          <p:cNvSpPr>
            <a:spLocks/>
          </p:cNvSpPr>
          <p:nvPr/>
        </p:nvSpPr>
        <p:spPr bwMode="auto">
          <a:xfrm>
            <a:off x="7175500" y="5448300"/>
            <a:ext cx="152400" cy="152400"/>
          </a:xfrm>
          <a:prstGeom prst="diamond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25" name="AutoShape 20">
            <a:extLst>
              <a:ext uri="{FF2B5EF4-FFF2-40B4-BE49-F238E27FC236}">
                <a16:creationId xmlns:a16="http://schemas.microsoft.com/office/drawing/2014/main" id="{19F0F944-4846-BDAA-E153-72CD818DBEA5}"/>
              </a:ext>
            </a:extLst>
          </p:cNvPr>
          <p:cNvSpPr>
            <a:spLocks/>
          </p:cNvSpPr>
          <p:nvPr/>
        </p:nvSpPr>
        <p:spPr bwMode="auto">
          <a:xfrm>
            <a:off x="7556500" y="5753100"/>
            <a:ext cx="152400" cy="152400"/>
          </a:xfrm>
          <a:prstGeom prst="diamond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26" name="AutoShape 21">
            <a:extLst>
              <a:ext uri="{FF2B5EF4-FFF2-40B4-BE49-F238E27FC236}">
                <a16:creationId xmlns:a16="http://schemas.microsoft.com/office/drawing/2014/main" id="{2117103D-0719-DBE7-3F19-B97C226E8773}"/>
              </a:ext>
            </a:extLst>
          </p:cNvPr>
          <p:cNvSpPr>
            <a:spLocks/>
          </p:cNvSpPr>
          <p:nvPr/>
        </p:nvSpPr>
        <p:spPr bwMode="auto">
          <a:xfrm>
            <a:off x="7937500" y="4991100"/>
            <a:ext cx="152400" cy="152400"/>
          </a:xfrm>
          <a:prstGeom prst="diamond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27" name="AutoShape 22">
            <a:extLst>
              <a:ext uri="{FF2B5EF4-FFF2-40B4-BE49-F238E27FC236}">
                <a16:creationId xmlns:a16="http://schemas.microsoft.com/office/drawing/2014/main" id="{2C21A8B6-07A7-EC9A-61DB-4A1BEAD56B05}"/>
              </a:ext>
            </a:extLst>
          </p:cNvPr>
          <p:cNvSpPr>
            <a:spLocks/>
          </p:cNvSpPr>
          <p:nvPr/>
        </p:nvSpPr>
        <p:spPr bwMode="auto">
          <a:xfrm>
            <a:off x="7099300" y="4381500"/>
            <a:ext cx="152400" cy="152400"/>
          </a:xfrm>
          <a:prstGeom prst="diamond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28" name="AutoShape 23">
            <a:extLst>
              <a:ext uri="{FF2B5EF4-FFF2-40B4-BE49-F238E27FC236}">
                <a16:creationId xmlns:a16="http://schemas.microsoft.com/office/drawing/2014/main" id="{4FB1F553-56F7-185A-5B91-4BE4FA720F77}"/>
              </a:ext>
            </a:extLst>
          </p:cNvPr>
          <p:cNvSpPr>
            <a:spLocks/>
          </p:cNvSpPr>
          <p:nvPr/>
        </p:nvSpPr>
        <p:spPr bwMode="auto">
          <a:xfrm>
            <a:off x="6337300" y="4838700"/>
            <a:ext cx="152400" cy="152400"/>
          </a:xfrm>
          <a:prstGeom prst="diamond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29" name="AutoShape 24">
            <a:extLst>
              <a:ext uri="{FF2B5EF4-FFF2-40B4-BE49-F238E27FC236}">
                <a16:creationId xmlns:a16="http://schemas.microsoft.com/office/drawing/2014/main" id="{EEF5E9F6-7F38-E70A-390C-1EFDE5BE9B37}"/>
              </a:ext>
            </a:extLst>
          </p:cNvPr>
          <p:cNvSpPr>
            <a:spLocks/>
          </p:cNvSpPr>
          <p:nvPr/>
        </p:nvSpPr>
        <p:spPr bwMode="auto">
          <a:xfrm>
            <a:off x="8318500" y="5295900"/>
            <a:ext cx="152400" cy="152400"/>
          </a:xfrm>
          <a:prstGeom prst="diamond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30" name="AutoShape 25">
            <a:extLst>
              <a:ext uri="{FF2B5EF4-FFF2-40B4-BE49-F238E27FC236}">
                <a16:creationId xmlns:a16="http://schemas.microsoft.com/office/drawing/2014/main" id="{16670E0E-621D-D1E2-D2A7-D636073F1DB4}"/>
              </a:ext>
            </a:extLst>
          </p:cNvPr>
          <p:cNvSpPr>
            <a:spLocks/>
          </p:cNvSpPr>
          <p:nvPr/>
        </p:nvSpPr>
        <p:spPr bwMode="auto">
          <a:xfrm>
            <a:off x="8166100" y="5676900"/>
            <a:ext cx="152400" cy="152400"/>
          </a:xfrm>
          <a:prstGeom prst="diamond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31" name="AutoShape 26">
            <a:extLst>
              <a:ext uri="{FF2B5EF4-FFF2-40B4-BE49-F238E27FC236}">
                <a16:creationId xmlns:a16="http://schemas.microsoft.com/office/drawing/2014/main" id="{A8D80EC4-CE32-AF30-6E68-6C2C83974601}"/>
              </a:ext>
            </a:extLst>
          </p:cNvPr>
          <p:cNvSpPr>
            <a:spLocks/>
          </p:cNvSpPr>
          <p:nvPr/>
        </p:nvSpPr>
        <p:spPr bwMode="auto">
          <a:xfrm>
            <a:off x="8013700" y="4686300"/>
            <a:ext cx="152400" cy="152400"/>
          </a:xfrm>
          <a:prstGeom prst="diamond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32" name="AutoShape 27">
            <a:extLst>
              <a:ext uri="{FF2B5EF4-FFF2-40B4-BE49-F238E27FC236}">
                <a16:creationId xmlns:a16="http://schemas.microsoft.com/office/drawing/2014/main" id="{7EBD4337-9F83-181D-4332-11E27416A1C3}"/>
              </a:ext>
            </a:extLst>
          </p:cNvPr>
          <p:cNvSpPr>
            <a:spLocks/>
          </p:cNvSpPr>
          <p:nvPr/>
        </p:nvSpPr>
        <p:spPr bwMode="auto">
          <a:xfrm>
            <a:off x="8623300" y="5905500"/>
            <a:ext cx="152400" cy="152400"/>
          </a:xfrm>
          <a:prstGeom prst="diamond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33" name="AutoShape 28">
            <a:extLst>
              <a:ext uri="{FF2B5EF4-FFF2-40B4-BE49-F238E27FC236}">
                <a16:creationId xmlns:a16="http://schemas.microsoft.com/office/drawing/2014/main" id="{B76CF37F-97EB-864C-EC3E-52B1B1961AB9}"/>
              </a:ext>
            </a:extLst>
          </p:cNvPr>
          <p:cNvSpPr>
            <a:spLocks/>
          </p:cNvSpPr>
          <p:nvPr/>
        </p:nvSpPr>
        <p:spPr bwMode="auto">
          <a:xfrm>
            <a:off x="7797800" y="3276600"/>
            <a:ext cx="152400" cy="152400"/>
          </a:xfrm>
          <a:prstGeom prst="diamond">
            <a:avLst/>
          </a:prstGeom>
          <a:solidFill>
            <a:srgbClr val="00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grpSp>
        <p:nvGrpSpPr>
          <p:cNvPr id="34" name="Group 34">
            <a:extLst>
              <a:ext uri="{FF2B5EF4-FFF2-40B4-BE49-F238E27FC236}">
                <a16:creationId xmlns:a16="http://schemas.microsoft.com/office/drawing/2014/main" id="{7BBFB2A5-B81D-891B-4E13-6BCE50944D49}"/>
              </a:ext>
            </a:extLst>
          </p:cNvPr>
          <p:cNvGrpSpPr>
            <a:grpSpLocks/>
          </p:cNvGrpSpPr>
          <p:nvPr/>
        </p:nvGrpSpPr>
        <p:grpSpPr bwMode="auto">
          <a:xfrm>
            <a:off x="2874964" y="2093914"/>
            <a:ext cx="6916737" cy="4503737"/>
            <a:chOff x="11" y="0"/>
            <a:chExt cx="4356" cy="2836"/>
          </a:xfrm>
        </p:grpSpPr>
        <p:grpSp>
          <p:nvGrpSpPr>
            <p:cNvPr id="35" name="Group 31">
              <a:extLst>
                <a:ext uri="{FF2B5EF4-FFF2-40B4-BE49-F238E27FC236}">
                  <a16:creationId xmlns:a16="http://schemas.microsoft.com/office/drawing/2014/main" id="{50204F1D-BFDA-4DB3-7C87-6D5D2BEF62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5" y="0"/>
              <a:ext cx="3744" cy="2640"/>
              <a:chOff x="0" y="0"/>
              <a:chExt cx="3744" cy="2640"/>
            </a:xfrm>
          </p:grpSpPr>
          <p:sp>
            <p:nvSpPr>
              <p:cNvPr id="38" name="Line 29">
                <a:extLst>
                  <a:ext uri="{FF2B5EF4-FFF2-40B4-BE49-F238E27FC236}">
                    <a16:creationId xmlns:a16="http://schemas.microsoft.com/office/drawing/2014/main" id="{0BE0C53D-1792-7142-0AE5-9AE0D0284CD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0" y="0"/>
                <a:ext cx="0" cy="264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nl-NL"/>
              </a:p>
            </p:txBody>
          </p:sp>
          <p:sp>
            <p:nvSpPr>
              <p:cNvPr id="39" name="Line 30">
                <a:extLst>
                  <a:ext uri="{FF2B5EF4-FFF2-40B4-BE49-F238E27FC236}">
                    <a16:creationId xmlns:a16="http://schemas.microsoft.com/office/drawing/2014/main" id="{C600818B-ABC7-5AD4-6402-C22A4E5D4B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0" y="2640"/>
                <a:ext cx="3744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nl-NL"/>
              </a:p>
            </p:txBody>
          </p:sp>
        </p:grpSp>
        <p:sp>
          <p:nvSpPr>
            <p:cNvPr id="36" name="Rectangle 32">
              <a:extLst>
                <a:ext uri="{FF2B5EF4-FFF2-40B4-BE49-F238E27FC236}">
                  <a16:creationId xmlns:a16="http://schemas.microsoft.com/office/drawing/2014/main" id="{DEF2EC93-BB1F-3427-0411-B31CCD651C16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6" y="2538"/>
              <a:ext cx="171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8100" tIns="38100" rIns="38100" bIns="38100">
              <a:spAutoFit/>
            </a:bodyPr>
            <a:lstStyle>
              <a:lvl1pPr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1pPr>
              <a:lvl2pPr marL="742950" indent="-28575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2pPr>
              <a:lvl3pPr marL="11430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3pPr>
              <a:lvl4pPr marL="16002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4pPr>
              <a:lvl5pPr marL="20574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9pPr>
            </a:lstStyle>
            <a:p>
              <a:pPr eaLnBrk="1" hangingPunct="1"/>
              <a:r>
                <a:rPr lang="en-US" altLang="en-NL">
                  <a:solidFill>
                    <a:schemeClr val="tx1"/>
                  </a:solidFill>
                  <a:latin typeface="Verdana" panose="020B0604030504040204" pitchFamily="34" charset="0"/>
                </a:rPr>
                <a:t>x</a:t>
              </a:r>
            </a:p>
          </p:txBody>
        </p:sp>
        <p:sp>
          <p:nvSpPr>
            <p:cNvPr id="37" name="Rectangle 33">
              <a:extLst>
                <a:ext uri="{FF2B5EF4-FFF2-40B4-BE49-F238E27FC236}">
                  <a16:creationId xmlns:a16="http://schemas.microsoft.com/office/drawing/2014/main" id="{9141E741-5AEC-8621-6401-17BB00F00FC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" y="842"/>
              <a:ext cx="171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8100" tIns="38100" rIns="38100" bIns="38100">
              <a:spAutoFit/>
            </a:bodyPr>
            <a:lstStyle>
              <a:lvl1pPr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1pPr>
              <a:lvl2pPr marL="742950" indent="-28575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2pPr>
              <a:lvl3pPr marL="11430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3pPr>
              <a:lvl4pPr marL="16002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4pPr>
              <a:lvl5pPr marL="20574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9pPr>
            </a:lstStyle>
            <a:p>
              <a:pPr eaLnBrk="1" hangingPunct="1"/>
              <a:r>
                <a:rPr lang="en-US" altLang="en-NL">
                  <a:solidFill>
                    <a:schemeClr val="tx1"/>
                  </a:solidFill>
                  <a:latin typeface="Verdana" panose="020B0604030504040204" pitchFamily="34" charset="0"/>
                </a:rPr>
                <a:t>y</a:t>
              </a:r>
            </a:p>
          </p:txBody>
        </p:sp>
      </p:grpSp>
      <p:grpSp>
        <p:nvGrpSpPr>
          <p:cNvPr id="40" name="Group 37">
            <a:extLst>
              <a:ext uri="{FF2B5EF4-FFF2-40B4-BE49-F238E27FC236}">
                <a16:creationId xmlns:a16="http://schemas.microsoft.com/office/drawing/2014/main" id="{2C60848B-29D3-EAB1-4DDD-2BFB75A20491}"/>
              </a:ext>
            </a:extLst>
          </p:cNvPr>
          <p:cNvGrpSpPr>
            <a:grpSpLocks/>
          </p:cNvGrpSpPr>
          <p:nvPr/>
        </p:nvGrpSpPr>
        <p:grpSpPr bwMode="auto">
          <a:xfrm>
            <a:off x="4800601" y="4064001"/>
            <a:ext cx="508001" cy="544513"/>
            <a:chOff x="0" y="0"/>
            <a:chExt cx="320" cy="343"/>
          </a:xfrm>
        </p:grpSpPr>
        <p:sp>
          <p:nvSpPr>
            <p:cNvPr id="41" name="Oval 35">
              <a:extLst>
                <a:ext uri="{FF2B5EF4-FFF2-40B4-BE49-F238E27FC236}">
                  <a16:creationId xmlns:a16="http://schemas.microsoft.com/office/drawing/2014/main" id="{8EFD9688-F0B5-7E0B-8652-C6323B95D08D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144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1pPr>
              <a:lvl2pPr marL="742950" indent="-28575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2pPr>
              <a:lvl3pPr marL="11430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3pPr>
              <a:lvl4pPr marL="16002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4pPr>
              <a:lvl5pPr marL="20574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9pPr>
            </a:lstStyle>
            <a:p>
              <a:pPr eaLnBrk="1" hangingPunct="1"/>
              <a:endParaRPr lang="nl-NL" altLang="en-NL"/>
            </a:p>
          </p:txBody>
        </p:sp>
        <p:sp>
          <p:nvSpPr>
            <p:cNvPr id="42" name="Rectangle 36">
              <a:extLst>
                <a:ext uri="{FF2B5EF4-FFF2-40B4-BE49-F238E27FC236}">
                  <a16:creationId xmlns:a16="http://schemas.microsoft.com/office/drawing/2014/main" id="{6E053424-D31E-7A12-EF94-65B175330512}"/>
                </a:ext>
              </a:extLst>
            </p:cNvPr>
            <p:cNvSpPr>
              <a:spLocks/>
            </p:cNvSpPr>
            <p:nvPr/>
          </p:nvSpPr>
          <p:spPr bwMode="auto">
            <a:xfrm>
              <a:off x="58" y="42"/>
              <a:ext cx="262" cy="3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8100" tIns="38100" rIns="38100" bIns="38100" anchor="ctr">
              <a:spAutoFit/>
            </a:bodyPr>
            <a:lstStyle>
              <a:lvl1pPr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1pPr>
              <a:lvl2pPr marL="742950" indent="-28575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2pPr>
              <a:lvl3pPr marL="11430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3pPr>
              <a:lvl4pPr marL="16002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4pPr>
              <a:lvl5pPr marL="20574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9pPr>
            </a:lstStyle>
            <a:p>
              <a:pPr eaLnBrk="1" hangingPunct="1">
                <a:spcBef>
                  <a:spcPts val="1075"/>
                </a:spcBef>
              </a:pPr>
              <a:r>
                <a:rPr lang="en-US" altLang="en-NL">
                  <a:solidFill>
                    <a:schemeClr val="tx1"/>
                  </a:solidFill>
                  <a:latin typeface="Verdana" panose="020B0604030504040204" pitchFamily="34" charset="0"/>
                </a:rPr>
                <a:t>k</a:t>
              </a:r>
              <a:r>
                <a:rPr lang="en-US" altLang="en-NL" baseline="-19000">
                  <a:solidFill>
                    <a:schemeClr val="tx1"/>
                  </a:solidFill>
                  <a:latin typeface="Verdana" panose="020B0604030504040204" pitchFamily="34" charset="0"/>
                </a:rPr>
                <a:t>2</a:t>
              </a:r>
            </a:p>
          </p:txBody>
        </p:sp>
      </p:grpSp>
      <p:grpSp>
        <p:nvGrpSpPr>
          <p:cNvPr id="43" name="Group 40">
            <a:extLst>
              <a:ext uri="{FF2B5EF4-FFF2-40B4-BE49-F238E27FC236}">
                <a16:creationId xmlns:a16="http://schemas.microsoft.com/office/drawing/2014/main" id="{52EF06AF-C15B-7596-23F9-C7DD4C37D973}"/>
              </a:ext>
            </a:extLst>
          </p:cNvPr>
          <p:cNvGrpSpPr>
            <a:grpSpLocks/>
          </p:cNvGrpSpPr>
          <p:nvPr/>
        </p:nvGrpSpPr>
        <p:grpSpPr bwMode="auto">
          <a:xfrm>
            <a:off x="5575300" y="2933700"/>
            <a:ext cx="698500" cy="635000"/>
            <a:chOff x="0" y="0"/>
            <a:chExt cx="440" cy="399"/>
          </a:xfrm>
        </p:grpSpPr>
        <p:sp>
          <p:nvSpPr>
            <p:cNvPr id="44" name="Oval 38">
              <a:extLst>
                <a:ext uri="{FF2B5EF4-FFF2-40B4-BE49-F238E27FC236}">
                  <a16:creationId xmlns:a16="http://schemas.microsoft.com/office/drawing/2014/main" id="{A3254555-F06D-065B-28BB-483141664F7D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144" cy="144"/>
            </a:xfrm>
            <a:prstGeom prst="ellipse">
              <a:avLst/>
            </a:prstGeom>
            <a:solidFill>
              <a:srgbClr val="16F22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0" tIns="0" rIns="0" bIns="0"/>
            <a:lstStyle>
              <a:lvl1pPr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1pPr>
              <a:lvl2pPr marL="742950" indent="-28575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2pPr>
              <a:lvl3pPr marL="11430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3pPr>
              <a:lvl4pPr marL="16002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4pPr>
              <a:lvl5pPr marL="20574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9pPr>
            </a:lstStyle>
            <a:p>
              <a:pPr eaLnBrk="1" hangingPunct="1"/>
              <a:endParaRPr lang="nl-NL" altLang="en-NL"/>
            </a:p>
          </p:txBody>
        </p:sp>
        <p:sp>
          <p:nvSpPr>
            <p:cNvPr id="45" name="Rectangle 39">
              <a:extLst>
                <a:ext uri="{FF2B5EF4-FFF2-40B4-BE49-F238E27FC236}">
                  <a16:creationId xmlns:a16="http://schemas.microsoft.com/office/drawing/2014/main" id="{A97F2112-5A6E-919A-286C-75AF8759CAB0}"/>
                </a:ext>
              </a:extLst>
            </p:cNvPr>
            <p:cNvSpPr>
              <a:spLocks/>
            </p:cNvSpPr>
            <p:nvPr/>
          </p:nvSpPr>
          <p:spPr bwMode="auto">
            <a:xfrm>
              <a:off x="96" y="47"/>
              <a:ext cx="344" cy="3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38100" tIns="38100" rIns="38100" bIns="38100"/>
            <a:lstStyle>
              <a:lvl1pPr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1pPr>
              <a:lvl2pPr marL="742950" indent="-28575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2pPr>
              <a:lvl3pPr marL="11430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3pPr>
              <a:lvl4pPr marL="16002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4pPr>
              <a:lvl5pPr marL="20574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9pPr>
            </a:lstStyle>
            <a:p>
              <a:pPr eaLnBrk="1" hangingPunct="1">
                <a:spcBef>
                  <a:spcPts val="1075"/>
                </a:spcBef>
              </a:pPr>
              <a:r>
                <a:rPr lang="en-US" altLang="en-NL">
                  <a:solidFill>
                    <a:schemeClr val="tx1"/>
                  </a:solidFill>
                  <a:latin typeface="Verdana" panose="020B0604030504040204" pitchFamily="34" charset="0"/>
                </a:rPr>
                <a:t>k</a:t>
              </a:r>
              <a:r>
                <a:rPr lang="en-US" altLang="en-NL" baseline="-19000">
                  <a:solidFill>
                    <a:schemeClr val="tx1"/>
                  </a:solidFill>
                  <a:latin typeface="Verdana" panose="020B0604030504040204" pitchFamily="34" charset="0"/>
                </a:rPr>
                <a:t>1</a:t>
              </a:r>
            </a:p>
          </p:txBody>
        </p:sp>
      </p:grpSp>
      <p:grpSp>
        <p:nvGrpSpPr>
          <p:cNvPr id="46" name="Group 43">
            <a:extLst>
              <a:ext uri="{FF2B5EF4-FFF2-40B4-BE49-F238E27FC236}">
                <a16:creationId xmlns:a16="http://schemas.microsoft.com/office/drawing/2014/main" id="{111F3750-5116-A941-D0AF-61C0B149E505}"/>
              </a:ext>
            </a:extLst>
          </p:cNvPr>
          <p:cNvGrpSpPr>
            <a:grpSpLocks/>
          </p:cNvGrpSpPr>
          <p:nvPr/>
        </p:nvGrpSpPr>
        <p:grpSpPr bwMode="auto">
          <a:xfrm>
            <a:off x="6870701" y="5676901"/>
            <a:ext cx="508001" cy="544513"/>
            <a:chOff x="0" y="0"/>
            <a:chExt cx="320" cy="343"/>
          </a:xfrm>
        </p:grpSpPr>
        <p:sp>
          <p:nvSpPr>
            <p:cNvPr id="47" name="Oval 41">
              <a:extLst>
                <a:ext uri="{FF2B5EF4-FFF2-40B4-BE49-F238E27FC236}">
                  <a16:creationId xmlns:a16="http://schemas.microsoft.com/office/drawing/2014/main" id="{626B5A07-E9A5-88FE-49DF-C0B0AFAF54E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144" cy="14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0" tIns="0" rIns="0" bIns="0"/>
            <a:lstStyle>
              <a:lvl1pPr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1pPr>
              <a:lvl2pPr marL="742950" indent="-28575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2pPr>
              <a:lvl3pPr marL="11430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3pPr>
              <a:lvl4pPr marL="16002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4pPr>
              <a:lvl5pPr marL="20574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9pPr>
            </a:lstStyle>
            <a:p>
              <a:pPr eaLnBrk="1" hangingPunct="1"/>
              <a:endParaRPr lang="nl-NL" altLang="en-NL"/>
            </a:p>
          </p:txBody>
        </p:sp>
        <p:sp>
          <p:nvSpPr>
            <p:cNvPr id="48" name="Rectangle 42">
              <a:extLst>
                <a:ext uri="{FF2B5EF4-FFF2-40B4-BE49-F238E27FC236}">
                  <a16:creationId xmlns:a16="http://schemas.microsoft.com/office/drawing/2014/main" id="{B9F432BF-E6AD-7442-84C5-E4D33634C7E9}"/>
                </a:ext>
              </a:extLst>
            </p:cNvPr>
            <p:cNvSpPr>
              <a:spLocks/>
            </p:cNvSpPr>
            <p:nvPr/>
          </p:nvSpPr>
          <p:spPr bwMode="auto">
            <a:xfrm>
              <a:off x="58" y="42"/>
              <a:ext cx="262" cy="3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8100" tIns="38100" rIns="38100" bIns="38100" anchor="ctr">
              <a:spAutoFit/>
            </a:bodyPr>
            <a:lstStyle>
              <a:lvl1pPr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1pPr>
              <a:lvl2pPr marL="742950" indent="-28575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2pPr>
              <a:lvl3pPr marL="11430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3pPr>
              <a:lvl4pPr marL="16002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4pPr>
              <a:lvl5pPr marL="20574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9pPr>
            </a:lstStyle>
            <a:p>
              <a:pPr eaLnBrk="1" hangingPunct="1">
                <a:spcBef>
                  <a:spcPts val="1075"/>
                </a:spcBef>
              </a:pPr>
              <a:r>
                <a:rPr lang="en-US" altLang="en-NL">
                  <a:solidFill>
                    <a:schemeClr val="tx1"/>
                  </a:solidFill>
                  <a:latin typeface="Verdana" panose="020B0604030504040204" pitchFamily="34" charset="0"/>
                </a:rPr>
                <a:t>k</a:t>
              </a:r>
              <a:r>
                <a:rPr lang="en-US" altLang="en-NL" baseline="-19000">
                  <a:solidFill>
                    <a:schemeClr val="tx1"/>
                  </a:solidFill>
                  <a:latin typeface="Verdana" panose="020B0604030504040204" pitchFamily="34" charset="0"/>
                </a:rPr>
                <a:t>3</a:t>
              </a:r>
            </a:p>
          </p:txBody>
        </p:sp>
      </p:grpSp>
      <p:sp>
        <p:nvSpPr>
          <p:cNvPr id="50" name="AutoShape 45">
            <a:extLst>
              <a:ext uri="{FF2B5EF4-FFF2-40B4-BE49-F238E27FC236}">
                <a16:creationId xmlns:a16="http://schemas.microsoft.com/office/drawing/2014/main" id="{B1012B1D-164C-99EA-5674-45A430B8F7F7}"/>
              </a:ext>
            </a:extLst>
          </p:cNvPr>
          <p:cNvSpPr>
            <a:spLocks/>
          </p:cNvSpPr>
          <p:nvPr/>
        </p:nvSpPr>
        <p:spPr bwMode="auto">
          <a:xfrm>
            <a:off x="6032500" y="4457700"/>
            <a:ext cx="152400" cy="152400"/>
          </a:xfrm>
          <a:prstGeom prst="diamond">
            <a:avLst/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</p:spTree>
    <p:extLst>
      <p:ext uri="{BB962C8B-B14F-4D97-AF65-F5344CB8AC3E}">
        <p14:creationId xmlns:p14="http://schemas.microsoft.com/office/powerpoint/2010/main" val="1152541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88C99E86-813E-C04C-ACFA-5A15EFEB2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737D-49A5-4740-8401-0C4DFF2B9D4A}" type="slidenum">
              <a:rPr lang="nl-NL" smtClean="0"/>
              <a:pPr/>
              <a:t>11</a:t>
            </a:fld>
            <a:endParaRPr lang="nl-NL"/>
          </a:p>
        </p:txBody>
      </p:sp>
      <p:sp>
        <p:nvSpPr>
          <p:cNvPr id="6" name="Tekstvak 7">
            <a:extLst>
              <a:ext uri="{FF2B5EF4-FFF2-40B4-BE49-F238E27FC236}">
                <a16:creationId xmlns:a16="http://schemas.microsoft.com/office/drawing/2014/main" id="{584FD35D-CBEF-84A0-42F2-5B93A23B275D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800">
                <a:solidFill>
                  <a:schemeClr val="bg1"/>
                </a:solidFill>
                <a:latin typeface="+mn-lt"/>
              </a:rPr>
              <a:t>Jelle van Barneveld</a:t>
            </a:r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273C776D-F374-B3EB-C813-03751C639B5D}"/>
              </a:ext>
            </a:extLst>
          </p:cNvPr>
          <p:cNvSpPr txBox="1"/>
          <p:nvPr/>
        </p:nvSpPr>
        <p:spPr>
          <a:xfrm>
            <a:off x="2531828" y="-990"/>
            <a:ext cx="8636105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</a:pPr>
            <a:r>
              <a:rPr lang="en-US" sz="3000" b="1">
                <a:solidFill>
                  <a:srgbClr val="829C30"/>
                </a:solidFill>
                <a:latin typeface="Arial"/>
                <a:ea typeface="MS PGothic" charset="0"/>
              </a:rPr>
              <a:t>K-</a:t>
            </a:r>
            <a:r>
              <a:rPr lang="en-US" sz="3000" b="1" err="1">
                <a:solidFill>
                  <a:srgbClr val="829C30"/>
                </a:solidFill>
                <a:latin typeface="Arial"/>
                <a:ea typeface="MS PGothic" charset="0"/>
              </a:rPr>
              <a:t>meansclustering</a:t>
            </a:r>
            <a:r>
              <a:rPr lang="en-US" sz="3000" b="1">
                <a:solidFill>
                  <a:srgbClr val="829C30"/>
                </a:solidFill>
                <a:latin typeface="Arial"/>
                <a:ea typeface="MS PGothic" charset="0"/>
              </a:rPr>
              <a:t>: de </a:t>
            </a:r>
            <a:r>
              <a:rPr lang="en-US" sz="3000" b="1" err="1">
                <a:solidFill>
                  <a:srgbClr val="829C30"/>
                </a:solidFill>
                <a:latin typeface="Arial"/>
                <a:ea typeface="MS PGothic" charset="0"/>
              </a:rPr>
              <a:t>stappen</a:t>
            </a:r>
            <a:endParaRPr lang="en-US" sz="3000" b="1">
              <a:solidFill>
                <a:srgbClr val="829C30"/>
              </a:solidFill>
              <a:latin typeface="Arial"/>
              <a:ea typeface="MS PGothic" charset="0"/>
            </a:endParaRPr>
          </a:p>
        </p:txBody>
      </p:sp>
      <p:cxnSp>
        <p:nvCxnSpPr>
          <p:cNvPr id="8" name="Straight Connector 10">
            <a:extLst>
              <a:ext uri="{FF2B5EF4-FFF2-40B4-BE49-F238E27FC236}">
                <a16:creationId xmlns:a16="http://schemas.microsoft.com/office/drawing/2014/main" id="{FC46091E-9110-FB9A-343D-BD46860A7326}"/>
              </a:ext>
            </a:extLst>
          </p:cNvPr>
          <p:cNvCxnSpPr>
            <a:cxnSpLocks/>
          </p:cNvCxnSpPr>
          <p:nvPr/>
        </p:nvCxnSpPr>
        <p:spPr>
          <a:xfrm>
            <a:off x="988290" y="812800"/>
            <a:ext cx="11203710" cy="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3">
            <a:extLst>
              <a:ext uri="{FF2B5EF4-FFF2-40B4-BE49-F238E27FC236}">
                <a16:creationId xmlns:a16="http://schemas.microsoft.com/office/drawing/2014/main" id="{03F21FE5-01A9-1CF9-6E21-6F1087E0E0FE}"/>
              </a:ext>
            </a:extLst>
          </p:cNvPr>
          <p:cNvSpPr txBox="1">
            <a:spLocks noChangeArrowheads="1"/>
          </p:cNvSpPr>
          <p:nvPr/>
        </p:nvSpPr>
        <p:spPr>
          <a:xfrm>
            <a:off x="988290" y="812801"/>
            <a:ext cx="11203710" cy="534218"/>
          </a:xfrm>
          <a:prstGeom prst="rect">
            <a:avLst/>
          </a:prstGeom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536575" indent="-263525" algn="l" defTabSz="914400" rtl="0" eaLnBrk="1" latinLnBrk="0" hangingPunct="1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Font typeface="Calibri" panose="020F0502020204030204" pitchFamily="34" charset="0"/>
              <a:buChar char="−"/>
              <a:defRPr sz="20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809625" indent="-273050" algn="l" defTabSz="914400" rtl="0" eaLnBrk="1" latinLnBrk="0" hangingPunct="1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Font typeface="Calibri" panose="020F0502020204030204" pitchFamily="34" charset="0"/>
              <a:buChar char="−"/>
              <a:defRPr sz="20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073150" indent="-263525" algn="l" defTabSz="914400" rtl="0" eaLnBrk="1" latinLnBrk="0" hangingPunct="1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Font typeface="Calibri" panose="020F0502020204030204" pitchFamily="34" charset="0"/>
              <a:buChar char="−"/>
              <a:defRPr sz="20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344613" indent="-271463" algn="l" defTabSz="914400" rtl="0" eaLnBrk="1" latinLnBrk="0" hangingPunct="1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Font typeface="Calibri" panose="020F0502020204030204" pitchFamily="34" charset="0"/>
              <a:buChar char="−"/>
              <a:defRPr sz="20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5900" indent="0" algn="ctr">
              <a:lnSpc>
                <a:spcPct val="110000"/>
              </a:lnSpc>
              <a:buSzPct val="69000"/>
              <a:buFont typeface="Arial" panose="020B0604020202020204" pitchFamily="34" charset="0"/>
              <a:buNone/>
              <a:defRPr/>
            </a:pPr>
            <a:r>
              <a:rPr lang="nl-NL" b="1">
                <a:solidFill>
                  <a:srgbClr val="000000"/>
                </a:solidFill>
                <a:sym typeface="Palatino" charset="0"/>
              </a:rPr>
              <a:t>Stap 4: </a:t>
            </a:r>
            <a:r>
              <a:rPr lang="nl-NL">
                <a:solidFill>
                  <a:srgbClr val="000000"/>
                </a:solidFill>
                <a:sym typeface="Palatino" charset="0"/>
              </a:rPr>
              <a:t>Zet alle punten opnieuw bij het dichtstbijzijnde centrum</a:t>
            </a:r>
          </a:p>
        </p:txBody>
      </p:sp>
      <p:sp>
        <p:nvSpPr>
          <p:cNvPr id="49" name="AutoShape 3">
            <a:extLst>
              <a:ext uri="{FF2B5EF4-FFF2-40B4-BE49-F238E27FC236}">
                <a16:creationId xmlns:a16="http://schemas.microsoft.com/office/drawing/2014/main" id="{1248E1B4-1BB3-D868-0C39-91EFED352F9A}"/>
              </a:ext>
            </a:extLst>
          </p:cNvPr>
          <p:cNvSpPr>
            <a:spLocks/>
          </p:cNvSpPr>
          <p:nvPr/>
        </p:nvSpPr>
        <p:spPr bwMode="auto">
          <a:xfrm>
            <a:off x="4508500" y="5448300"/>
            <a:ext cx="152400" cy="152400"/>
          </a:xfrm>
          <a:prstGeom prst="diamond">
            <a:avLst/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51" name="AutoShape 4">
            <a:extLst>
              <a:ext uri="{FF2B5EF4-FFF2-40B4-BE49-F238E27FC236}">
                <a16:creationId xmlns:a16="http://schemas.microsoft.com/office/drawing/2014/main" id="{C46DB345-AE25-FB9E-F92C-2E1201BC47B5}"/>
              </a:ext>
            </a:extLst>
          </p:cNvPr>
          <p:cNvSpPr>
            <a:spLocks/>
          </p:cNvSpPr>
          <p:nvPr/>
        </p:nvSpPr>
        <p:spPr bwMode="auto">
          <a:xfrm>
            <a:off x="4660900" y="5676900"/>
            <a:ext cx="152400" cy="152400"/>
          </a:xfrm>
          <a:prstGeom prst="diamond">
            <a:avLst/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53" name="AutoShape 5">
            <a:extLst>
              <a:ext uri="{FF2B5EF4-FFF2-40B4-BE49-F238E27FC236}">
                <a16:creationId xmlns:a16="http://schemas.microsoft.com/office/drawing/2014/main" id="{9E296E82-0BCA-125B-0155-A57F202C94B1}"/>
              </a:ext>
            </a:extLst>
          </p:cNvPr>
          <p:cNvSpPr>
            <a:spLocks/>
          </p:cNvSpPr>
          <p:nvPr/>
        </p:nvSpPr>
        <p:spPr bwMode="auto">
          <a:xfrm>
            <a:off x="4432300" y="5905500"/>
            <a:ext cx="152400" cy="152400"/>
          </a:xfrm>
          <a:prstGeom prst="diamond">
            <a:avLst/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54" name="AutoShape 6">
            <a:extLst>
              <a:ext uri="{FF2B5EF4-FFF2-40B4-BE49-F238E27FC236}">
                <a16:creationId xmlns:a16="http://schemas.microsoft.com/office/drawing/2014/main" id="{77575C67-1F65-F006-DF55-70AE35734135}"/>
              </a:ext>
            </a:extLst>
          </p:cNvPr>
          <p:cNvSpPr>
            <a:spLocks/>
          </p:cNvSpPr>
          <p:nvPr/>
        </p:nvSpPr>
        <p:spPr bwMode="auto">
          <a:xfrm>
            <a:off x="4203700" y="5219700"/>
            <a:ext cx="152400" cy="152400"/>
          </a:xfrm>
          <a:prstGeom prst="diamond">
            <a:avLst/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55" name="AutoShape 7">
            <a:extLst>
              <a:ext uri="{FF2B5EF4-FFF2-40B4-BE49-F238E27FC236}">
                <a16:creationId xmlns:a16="http://schemas.microsoft.com/office/drawing/2014/main" id="{6BFE2104-64E5-1129-3A37-EBF5A5C774A9}"/>
              </a:ext>
            </a:extLst>
          </p:cNvPr>
          <p:cNvSpPr>
            <a:spLocks/>
          </p:cNvSpPr>
          <p:nvPr/>
        </p:nvSpPr>
        <p:spPr bwMode="auto">
          <a:xfrm>
            <a:off x="4165600" y="2819400"/>
            <a:ext cx="228600" cy="228600"/>
          </a:xfrm>
          <a:prstGeom prst="diamond">
            <a:avLst/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57" name="AutoShape 8">
            <a:extLst>
              <a:ext uri="{FF2B5EF4-FFF2-40B4-BE49-F238E27FC236}">
                <a16:creationId xmlns:a16="http://schemas.microsoft.com/office/drawing/2014/main" id="{0B6C5AF2-DBB3-31D5-4288-C112A745A4C6}"/>
              </a:ext>
            </a:extLst>
          </p:cNvPr>
          <p:cNvSpPr>
            <a:spLocks/>
          </p:cNvSpPr>
          <p:nvPr/>
        </p:nvSpPr>
        <p:spPr bwMode="auto">
          <a:xfrm>
            <a:off x="4203700" y="4381500"/>
            <a:ext cx="152400" cy="152400"/>
          </a:xfrm>
          <a:prstGeom prst="diamond">
            <a:avLst/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58" name="AutoShape 9">
            <a:extLst>
              <a:ext uri="{FF2B5EF4-FFF2-40B4-BE49-F238E27FC236}">
                <a16:creationId xmlns:a16="http://schemas.microsoft.com/office/drawing/2014/main" id="{A5F47DC2-92A7-011C-A1C1-120B3E7FBA56}"/>
              </a:ext>
            </a:extLst>
          </p:cNvPr>
          <p:cNvSpPr>
            <a:spLocks/>
          </p:cNvSpPr>
          <p:nvPr/>
        </p:nvSpPr>
        <p:spPr bwMode="auto">
          <a:xfrm>
            <a:off x="4203700" y="5905500"/>
            <a:ext cx="152400" cy="152400"/>
          </a:xfrm>
          <a:prstGeom prst="diamond">
            <a:avLst/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59" name="AutoShape 10">
            <a:extLst>
              <a:ext uri="{FF2B5EF4-FFF2-40B4-BE49-F238E27FC236}">
                <a16:creationId xmlns:a16="http://schemas.microsoft.com/office/drawing/2014/main" id="{956D5FB4-CA42-4BFA-2944-DF71244F003D}"/>
              </a:ext>
            </a:extLst>
          </p:cNvPr>
          <p:cNvSpPr>
            <a:spLocks/>
          </p:cNvSpPr>
          <p:nvPr/>
        </p:nvSpPr>
        <p:spPr bwMode="auto">
          <a:xfrm>
            <a:off x="3746500" y="4914900"/>
            <a:ext cx="152400" cy="152400"/>
          </a:xfrm>
          <a:prstGeom prst="diamond">
            <a:avLst/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60" name="AutoShape 11">
            <a:extLst>
              <a:ext uri="{FF2B5EF4-FFF2-40B4-BE49-F238E27FC236}">
                <a16:creationId xmlns:a16="http://schemas.microsoft.com/office/drawing/2014/main" id="{5A110588-552E-1EEE-3912-03131DE21094}"/>
              </a:ext>
            </a:extLst>
          </p:cNvPr>
          <p:cNvSpPr>
            <a:spLocks/>
          </p:cNvSpPr>
          <p:nvPr/>
        </p:nvSpPr>
        <p:spPr bwMode="auto">
          <a:xfrm>
            <a:off x="6146800" y="4572000"/>
            <a:ext cx="228600" cy="228600"/>
          </a:xfrm>
          <a:prstGeom prst="diamond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61" name="AutoShape 12">
            <a:extLst>
              <a:ext uri="{FF2B5EF4-FFF2-40B4-BE49-F238E27FC236}">
                <a16:creationId xmlns:a16="http://schemas.microsoft.com/office/drawing/2014/main" id="{67EC743D-4A67-5A1C-8ACA-470F8407B012}"/>
              </a:ext>
            </a:extLst>
          </p:cNvPr>
          <p:cNvSpPr>
            <a:spLocks/>
          </p:cNvSpPr>
          <p:nvPr/>
        </p:nvSpPr>
        <p:spPr bwMode="auto">
          <a:xfrm>
            <a:off x="8013700" y="2628900"/>
            <a:ext cx="152400" cy="152400"/>
          </a:xfrm>
          <a:prstGeom prst="diamond">
            <a:avLst/>
          </a:prstGeom>
          <a:solidFill>
            <a:srgbClr val="00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62" name="AutoShape 13">
            <a:extLst>
              <a:ext uri="{FF2B5EF4-FFF2-40B4-BE49-F238E27FC236}">
                <a16:creationId xmlns:a16="http://schemas.microsoft.com/office/drawing/2014/main" id="{195B5333-B43A-AE1A-DED8-7082F5C441D3}"/>
              </a:ext>
            </a:extLst>
          </p:cNvPr>
          <p:cNvSpPr>
            <a:spLocks/>
          </p:cNvSpPr>
          <p:nvPr/>
        </p:nvSpPr>
        <p:spPr bwMode="auto">
          <a:xfrm>
            <a:off x="8470900" y="2705100"/>
            <a:ext cx="152400" cy="152400"/>
          </a:xfrm>
          <a:prstGeom prst="diamond">
            <a:avLst/>
          </a:prstGeom>
          <a:solidFill>
            <a:srgbClr val="00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63" name="AutoShape 14">
            <a:extLst>
              <a:ext uri="{FF2B5EF4-FFF2-40B4-BE49-F238E27FC236}">
                <a16:creationId xmlns:a16="http://schemas.microsoft.com/office/drawing/2014/main" id="{8E9B34E7-76E8-3C4D-1CAE-62854279D86F}"/>
              </a:ext>
            </a:extLst>
          </p:cNvPr>
          <p:cNvSpPr>
            <a:spLocks/>
          </p:cNvSpPr>
          <p:nvPr/>
        </p:nvSpPr>
        <p:spPr bwMode="auto">
          <a:xfrm>
            <a:off x="8318500" y="2857500"/>
            <a:ext cx="152400" cy="152400"/>
          </a:xfrm>
          <a:prstGeom prst="diamond">
            <a:avLst/>
          </a:prstGeom>
          <a:solidFill>
            <a:srgbClr val="00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28" name="AutoShape 15">
            <a:extLst>
              <a:ext uri="{FF2B5EF4-FFF2-40B4-BE49-F238E27FC236}">
                <a16:creationId xmlns:a16="http://schemas.microsoft.com/office/drawing/2014/main" id="{FEB873C0-1251-5000-BF98-54B471B46948}"/>
              </a:ext>
            </a:extLst>
          </p:cNvPr>
          <p:cNvSpPr>
            <a:spLocks/>
          </p:cNvSpPr>
          <p:nvPr/>
        </p:nvSpPr>
        <p:spPr bwMode="auto">
          <a:xfrm>
            <a:off x="8166100" y="3009900"/>
            <a:ext cx="152400" cy="152400"/>
          </a:xfrm>
          <a:prstGeom prst="diamond">
            <a:avLst/>
          </a:prstGeom>
          <a:solidFill>
            <a:srgbClr val="00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29" name="AutoShape 16">
            <a:extLst>
              <a:ext uri="{FF2B5EF4-FFF2-40B4-BE49-F238E27FC236}">
                <a16:creationId xmlns:a16="http://schemas.microsoft.com/office/drawing/2014/main" id="{269D0405-FB6B-D11E-1EC9-E6D87FA7C3B6}"/>
              </a:ext>
            </a:extLst>
          </p:cNvPr>
          <p:cNvSpPr>
            <a:spLocks/>
          </p:cNvSpPr>
          <p:nvPr/>
        </p:nvSpPr>
        <p:spPr bwMode="auto">
          <a:xfrm>
            <a:off x="8470900" y="3162300"/>
            <a:ext cx="152400" cy="152400"/>
          </a:xfrm>
          <a:prstGeom prst="diamond">
            <a:avLst/>
          </a:prstGeom>
          <a:solidFill>
            <a:srgbClr val="00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30" name="AutoShape 17">
            <a:extLst>
              <a:ext uri="{FF2B5EF4-FFF2-40B4-BE49-F238E27FC236}">
                <a16:creationId xmlns:a16="http://schemas.microsoft.com/office/drawing/2014/main" id="{EF9ACC62-D57F-0975-6190-B2D7F47E9D2E}"/>
              </a:ext>
            </a:extLst>
          </p:cNvPr>
          <p:cNvSpPr>
            <a:spLocks/>
          </p:cNvSpPr>
          <p:nvPr/>
        </p:nvSpPr>
        <p:spPr bwMode="auto">
          <a:xfrm>
            <a:off x="8775700" y="3543300"/>
            <a:ext cx="152400" cy="152400"/>
          </a:xfrm>
          <a:prstGeom prst="diamond">
            <a:avLst/>
          </a:prstGeom>
          <a:solidFill>
            <a:srgbClr val="00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31" name="AutoShape 18">
            <a:extLst>
              <a:ext uri="{FF2B5EF4-FFF2-40B4-BE49-F238E27FC236}">
                <a16:creationId xmlns:a16="http://schemas.microsoft.com/office/drawing/2014/main" id="{55846C97-5972-68F9-C5C1-B7B1768B03EC}"/>
              </a:ext>
            </a:extLst>
          </p:cNvPr>
          <p:cNvSpPr>
            <a:spLocks/>
          </p:cNvSpPr>
          <p:nvPr/>
        </p:nvSpPr>
        <p:spPr bwMode="auto">
          <a:xfrm>
            <a:off x="7023100" y="2628900"/>
            <a:ext cx="152400" cy="152400"/>
          </a:xfrm>
          <a:prstGeom prst="diamond">
            <a:avLst/>
          </a:prstGeom>
          <a:solidFill>
            <a:srgbClr val="00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32" name="AutoShape 19">
            <a:extLst>
              <a:ext uri="{FF2B5EF4-FFF2-40B4-BE49-F238E27FC236}">
                <a16:creationId xmlns:a16="http://schemas.microsoft.com/office/drawing/2014/main" id="{6F2B9A06-9C61-D80E-F53E-A120E6F66DA3}"/>
              </a:ext>
            </a:extLst>
          </p:cNvPr>
          <p:cNvSpPr>
            <a:spLocks/>
          </p:cNvSpPr>
          <p:nvPr/>
        </p:nvSpPr>
        <p:spPr bwMode="auto">
          <a:xfrm>
            <a:off x="7289800" y="4038600"/>
            <a:ext cx="228600" cy="228600"/>
          </a:xfrm>
          <a:prstGeom prst="diamond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33" name="AutoShape 20">
            <a:extLst>
              <a:ext uri="{FF2B5EF4-FFF2-40B4-BE49-F238E27FC236}">
                <a16:creationId xmlns:a16="http://schemas.microsoft.com/office/drawing/2014/main" id="{B9A44990-BDAE-6EB6-203F-0B0C5F757F18}"/>
              </a:ext>
            </a:extLst>
          </p:cNvPr>
          <p:cNvSpPr>
            <a:spLocks/>
          </p:cNvSpPr>
          <p:nvPr/>
        </p:nvSpPr>
        <p:spPr bwMode="auto">
          <a:xfrm>
            <a:off x="7327900" y="5600700"/>
            <a:ext cx="152400" cy="152400"/>
          </a:xfrm>
          <a:prstGeom prst="diamond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34" name="AutoShape 21">
            <a:extLst>
              <a:ext uri="{FF2B5EF4-FFF2-40B4-BE49-F238E27FC236}">
                <a16:creationId xmlns:a16="http://schemas.microsoft.com/office/drawing/2014/main" id="{631F8EDC-FD4D-D207-72E8-55993CC73865}"/>
              </a:ext>
            </a:extLst>
          </p:cNvPr>
          <p:cNvSpPr>
            <a:spLocks/>
          </p:cNvSpPr>
          <p:nvPr/>
        </p:nvSpPr>
        <p:spPr bwMode="auto">
          <a:xfrm>
            <a:off x="7708900" y="5905500"/>
            <a:ext cx="152400" cy="152400"/>
          </a:xfrm>
          <a:prstGeom prst="diamond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35" name="AutoShape 22">
            <a:extLst>
              <a:ext uri="{FF2B5EF4-FFF2-40B4-BE49-F238E27FC236}">
                <a16:creationId xmlns:a16="http://schemas.microsoft.com/office/drawing/2014/main" id="{42ABD562-353C-6A40-1B74-4D6D1C7F0D20}"/>
              </a:ext>
            </a:extLst>
          </p:cNvPr>
          <p:cNvSpPr>
            <a:spLocks/>
          </p:cNvSpPr>
          <p:nvPr/>
        </p:nvSpPr>
        <p:spPr bwMode="auto">
          <a:xfrm>
            <a:off x="8089900" y="5143500"/>
            <a:ext cx="152400" cy="152400"/>
          </a:xfrm>
          <a:prstGeom prst="diamond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36" name="AutoShape 23">
            <a:extLst>
              <a:ext uri="{FF2B5EF4-FFF2-40B4-BE49-F238E27FC236}">
                <a16:creationId xmlns:a16="http://schemas.microsoft.com/office/drawing/2014/main" id="{A958E0E0-F52E-AFB4-3675-4655AAE21FD7}"/>
              </a:ext>
            </a:extLst>
          </p:cNvPr>
          <p:cNvSpPr>
            <a:spLocks/>
          </p:cNvSpPr>
          <p:nvPr/>
        </p:nvSpPr>
        <p:spPr bwMode="auto">
          <a:xfrm>
            <a:off x="7251700" y="4533900"/>
            <a:ext cx="152400" cy="152400"/>
          </a:xfrm>
          <a:prstGeom prst="diamond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37" name="AutoShape 24">
            <a:extLst>
              <a:ext uri="{FF2B5EF4-FFF2-40B4-BE49-F238E27FC236}">
                <a16:creationId xmlns:a16="http://schemas.microsoft.com/office/drawing/2014/main" id="{017FDF1B-7E73-132D-80D5-8B44B272FA2B}"/>
              </a:ext>
            </a:extLst>
          </p:cNvPr>
          <p:cNvSpPr>
            <a:spLocks/>
          </p:cNvSpPr>
          <p:nvPr/>
        </p:nvSpPr>
        <p:spPr bwMode="auto">
          <a:xfrm>
            <a:off x="6489700" y="4991100"/>
            <a:ext cx="152400" cy="152400"/>
          </a:xfrm>
          <a:prstGeom prst="diamond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38" name="AutoShape 25">
            <a:extLst>
              <a:ext uri="{FF2B5EF4-FFF2-40B4-BE49-F238E27FC236}">
                <a16:creationId xmlns:a16="http://schemas.microsoft.com/office/drawing/2014/main" id="{442FC05A-964F-45B4-A063-D2D5E5CC2F36}"/>
              </a:ext>
            </a:extLst>
          </p:cNvPr>
          <p:cNvSpPr>
            <a:spLocks/>
          </p:cNvSpPr>
          <p:nvPr/>
        </p:nvSpPr>
        <p:spPr bwMode="auto">
          <a:xfrm>
            <a:off x="8470900" y="5448300"/>
            <a:ext cx="152400" cy="152400"/>
          </a:xfrm>
          <a:prstGeom prst="diamond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39" name="AutoShape 26">
            <a:extLst>
              <a:ext uri="{FF2B5EF4-FFF2-40B4-BE49-F238E27FC236}">
                <a16:creationId xmlns:a16="http://schemas.microsoft.com/office/drawing/2014/main" id="{46A74944-0486-6933-81F5-AAAD76EDE977}"/>
              </a:ext>
            </a:extLst>
          </p:cNvPr>
          <p:cNvSpPr>
            <a:spLocks/>
          </p:cNvSpPr>
          <p:nvPr/>
        </p:nvSpPr>
        <p:spPr bwMode="auto">
          <a:xfrm>
            <a:off x="8318500" y="5829300"/>
            <a:ext cx="152400" cy="152400"/>
          </a:xfrm>
          <a:prstGeom prst="diamond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40" name="AutoShape 27">
            <a:extLst>
              <a:ext uri="{FF2B5EF4-FFF2-40B4-BE49-F238E27FC236}">
                <a16:creationId xmlns:a16="http://schemas.microsoft.com/office/drawing/2014/main" id="{D1A89ED8-B2B8-E618-1CAA-1F6D534B6056}"/>
              </a:ext>
            </a:extLst>
          </p:cNvPr>
          <p:cNvSpPr>
            <a:spLocks/>
          </p:cNvSpPr>
          <p:nvPr/>
        </p:nvSpPr>
        <p:spPr bwMode="auto">
          <a:xfrm>
            <a:off x="8166100" y="4838700"/>
            <a:ext cx="152400" cy="152400"/>
          </a:xfrm>
          <a:prstGeom prst="diamond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41" name="AutoShape 28">
            <a:extLst>
              <a:ext uri="{FF2B5EF4-FFF2-40B4-BE49-F238E27FC236}">
                <a16:creationId xmlns:a16="http://schemas.microsoft.com/office/drawing/2014/main" id="{9FB29937-41F3-3F29-9481-CFAD21D9CB30}"/>
              </a:ext>
            </a:extLst>
          </p:cNvPr>
          <p:cNvSpPr>
            <a:spLocks/>
          </p:cNvSpPr>
          <p:nvPr/>
        </p:nvSpPr>
        <p:spPr bwMode="auto">
          <a:xfrm>
            <a:off x="8775700" y="6057900"/>
            <a:ext cx="152400" cy="152400"/>
          </a:xfrm>
          <a:prstGeom prst="diamond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43" name="AutoShape 29">
            <a:extLst>
              <a:ext uri="{FF2B5EF4-FFF2-40B4-BE49-F238E27FC236}">
                <a16:creationId xmlns:a16="http://schemas.microsoft.com/office/drawing/2014/main" id="{1ABA1F5F-1871-39D9-9014-E7359062BF4C}"/>
              </a:ext>
            </a:extLst>
          </p:cNvPr>
          <p:cNvSpPr>
            <a:spLocks/>
          </p:cNvSpPr>
          <p:nvPr/>
        </p:nvSpPr>
        <p:spPr bwMode="auto">
          <a:xfrm>
            <a:off x="7937500" y="3390900"/>
            <a:ext cx="152400" cy="152400"/>
          </a:xfrm>
          <a:prstGeom prst="diamond">
            <a:avLst/>
          </a:prstGeom>
          <a:solidFill>
            <a:srgbClr val="00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grpSp>
        <p:nvGrpSpPr>
          <p:cNvPr id="144" name="Group 35">
            <a:extLst>
              <a:ext uri="{FF2B5EF4-FFF2-40B4-BE49-F238E27FC236}">
                <a16:creationId xmlns:a16="http://schemas.microsoft.com/office/drawing/2014/main" id="{050CC8BB-CC29-2BD4-456C-D22C94EF0731}"/>
              </a:ext>
            </a:extLst>
          </p:cNvPr>
          <p:cNvGrpSpPr>
            <a:grpSpLocks/>
          </p:cNvGrpSpPr>
          <p:nvPr/>
        </p:nvGrpSpPr>
        <p:grpSpPr bwMode="auto">
          <a:xfrm>
            <a:off x="3025776" y="2246313"/>
            <a:ext cx="6869113" cy="4506912"/>
            <a:chOff x="10" y="0"/>
            <a:chExt cx="4326" cy="2838"/>
          </a:xfrm>
        </p:grpSpPr>
        <p:grpSp>
          <p:nvGrpSpPr>
            <p:cNvPr id="145" name="Group 32">
              <a:extLst>
                <a:ext uri="{FF2B5EF4-FFF2-40B4-BE49-F238E27FC236}">
                  <a16:creationId xmlns:a16="http://schemas.microsoft.com/office/drawing/2014/main" id="{D60DF19E-0FFD-65F4-86F2-8FE566FBA05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5" y="0"/>
              <a:ext cx="3744" cy="2640"/>
              <a:chOff x="0" y="0"/>
              <a:chExt cx="3744" cy="2640"/>
            </a:xfrm>
          </p:grpSpPr>
          <p:sp>
            <p:nvSpPr>
              <p:cNvPr id="148" name="Line 30">
                <a:extLst>
                  <a:ext uri="{FF2B5EF4-FFF2-40B4-BE49-F238E27FC236}">
                    <a16:creationId xmlns:a16="http://schemas.microsoft.com/office/drawing/2014/main" id="{B5BBF619-9ED6-1A38-9B72-4709793C89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0" y="0"/>
                <a:ext cx="0" cy="264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nl-NL"/>
              </a:p>
            </p:txBody>
          </p:sp>
          <p:sp>
            <p:nvSpPr>
              <p:cNvPr id="149" name="Line 31">
                <a:extLst>
                  <a:ext uri="{FF2B5EF4-FFF2-40B4-BE49-F238E27FC236}">
                    <a16:creationId xmlns:a16="http://schemas.microsoft.com/office/drawing/2014/main" id="{035B7525-641A-BD93-C94A-AF4C21EB964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0" y="2640"/>
                <a:ext cx="3744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nl-NL"/>
              </a:p>
            </p:txBody>
          </p:sp>
        </p:grpSp>
        <p:sp>
          <p:nvSpPr>
            <p:cNvPr id="146" name="Rectangle 33">
              <a:extLst>
                <a:ext uri="{FF2B5EF4-FFF2-40B4-BE49-F238E27FC236}">
                  <a16:creationId xmlns:a16="http://schemas.microsoft.com/office/drawing/2014/main" id="{EDF961C0-DFCA-757A-4145-020DC62E0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3" y="2538"/>
              <a:ext cx="173" cy="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8100" tIns="38100" rIns="38100" bIns="38100">
              <a:spAutoFit/>
            </a:bodyPr>
            <a:lstStyle>
              <a:lvl1pPr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1pPr>
              <a:lvl2pPr marL="742950" indent="-28575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2pPr>
              <a:lvl3pPr marL="11430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3pPr>
              <a:lvl4pPr marL="16002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4pPr>
              <a:lvl5pPr marL="20574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9pPr>
            </a:lstStyle>
            <a:p>
              <a:pPr eaLnBrk="1" hangingPunct="1"/>
              <a:r>
                <a:rPr lang="en-US" altLang="en-NL">
                  <a:solidFill>
                    <a:schemeClr val="tx1"/>
                  </a:solidFill>
                  <a:latin typeface="Verdana" panose="020B0604030504040204" pitchFamily="34" charset="0"/>
                </a:rPr>
                <a:t>x</a:t>
              </a:r>
            </a:p>
          </p:txBody>
        </p:sp>
        <p:sp>
          <p:nvSpPr>
            <p:cNvPr id="147" name="Rectangle 34">
              <a:extLst>
                <a:ext uri="{FF2B5EF4-FFF2-40B4-BE49-F238E27FC236}">
                  <a16:creationId xmlns:a16="http://schemas.microsoft.com/office/drawing/2014/main" id="{6B7B53DE-B28B-6508-ED1A-1C425AB4396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" y="842"/>
              <a:ext cx="173" cy="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8100" tIns="38100" rIns="38100" bIns="38100">
              <a:spAutoFit/>
            </a:bodyPr>
            <a:lstStyle>
              <a:lvl1pPr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1pPr>
              <a:lvl2pPr marL="742950" indent="-28575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2pPr>
              <a:lvl3pPr marL="11430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3pPr>
              <a:lvl4pPr marL="16002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4pPr>
              <a:lvl5pPr marL="20574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9pPr>
            </a:lstStyle>
            <a:p>
              <a:pPr eaLnBrk="1" hangingPunct="1"/>
              <a:r>
                <a:rPr lang="en-US" altLang="en-NL">
                  <a:solidFill>
                    <a:schemeClr val="tx1"/>
                  </a:solidFill>
                  <a:latin typeface="Verdana" panose="020B0604030504040204" pitchFamily="34" charset="0"/>
                </a:rPr>
                <a:t>y</a:t>
              </a:r>
            </a:p>
          </p:txBody>
        </p:sp>
      </p:grpSp>
      <p:grpSp>
        <p:nvGrpSpPr>
          <p:cNvPr id="150" name="Group 38">
            <a:extLst>
              <a:ext uri="{FF2B5EF4-FFF2-40B4-BE49-F238E27FC236}">
                <a16:creationId xmlns:a16="http://schemas.microsoft.com/office/drawing/2014/main" id="{8AC60A02-DED7-8B13-3705-F8DFF64A955D}"/>
              </a:ext>
            </a:extLst>
          </p:cNvPr>
          <p:cNvGrpSpPr>
            <a:grpSpLocks/>
          </p:cNvGrpSpPr>
          <p:nvPr/>
        </p:nvGrpSpPr>
        <p:grpSpPr bwMode="auto">
          <a:xfrm>
            <a:off x="7480300" y="3086100"/>
            <a:ext cx="698500" cy="635000"/>
            <a:chOff x="0" y="0"/>
            <a:chExt cx="440" cy="399"/>
          </a:xfrm>
        </p:grpSpPr>
        <p:sp>
          <p:nvSpPr>
            <p:cNvPr id="151" name="Oval 36">
              <a:extLst>
                <a:ext uri="{FF2B5EF4-FFF2-40B4-BE49-F238E27FC236}">
                  <a16:creationId xmlns:a16="http://schemas.microsoft.com/office/drawing/2014/main" id="{AA2D4D33-5AD5-043A-CAA0-0E87041A58A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144" cy="144"/>
            </a:xfrm>
            <a:prstGeom prst="ellipse">
              <a:avLst/>
            </a:prstGeom>
            <a:solidFill>
              <a:srgbClr val="55CC29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0" tIns="0" rIns="0" bIns="0"/>
            <a:lstStyle>
              <a:lvl1pPr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1pPr>
              <a:lvl2pPr marL="742950" indent="-28575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2pPr>
              <a:lvl3pPr marL="11430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3pPr>
              <a:lvl4pPr marL="16002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4pPr>
              <a:lvl5pPr marL="20574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9pPr>
            </a:lstStyle>
            <a:p>
              <a:pPr eaLnBrk="1" hangingPunct="1"/>
              <a:endParaRPr lang="nl-NL" altLang="en-NL"/>
            </a:p>
          </p:txBody>
        </p:sp>
        <p:sp>
          <p:nvSpPr>
            <p:cNvPr id="152" name="Rectangle 37">
              <a:extLst>
                <a:ext uri="{FF2B5EF4-FFF2-40B4-BE49-F238E27FC236}">
                  <a16:creationId xmlns:a16="http://schemas.microsoft.com/office/drawing/2014/main" id="{91849F78-C56E-C74A-CF1C-FB4A52653E95}"/>
                </a:ext>
              </a:extLst>
            </p:cNvPr>
            <p:cNvSpPr>
              <a:spLocks/>
            </p:cNvSpPr>
            <p:nvPr/>
          </p:nvSpPr>
          <p:spPr bwMode="auto">
            <a:xfrm>
              <a:off x="96" y="47"/>
              <a:ext cx="344" cy="3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38100" tIns="38100" rIns="38100" bIns="38100"/>
            <a:lstStyle>
              <a:lvl1pPr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1pPr>
              <a:lvl2pPr marL="742950" indent="-28575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2pPr>
              <a:lvl3pPr marL="11430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3pPr>
              <a:lvl4pPr marL="16002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4pPr>
              <a:lvl5pPr marL="20574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9pPr>
            </a:lstStyle>
            <a:p>
              <a:pPr eaLnBrk="1" hangingPunct="1">
                <a:spcBef>
                  <a:spcPts val="1075"/>
                </a:spcBef>
              </a:pPr>
              <a:r>
                <a:rPr lang="en-US" altLang="en-NL">
                  <a:solidFill>
                    <a:schemeClr val="tx1"/>
                  </a:solidFill>
                  <a:latin typeface="Verdana" panose="020B0604030504040204" pitchFamily="34" charset="0"/>
                </a:rPr>
                <a:t>k</a:t>
              </a:r>
              <a:r>
                <a:rPr lang="en-US" altLang="en-NL" baseline="-19000">
                  <a:solidFill>
                    <a:schemeClr val="tx1"/>
                  </a:solidFill>
                  <a:latin typeface="Verdana" panose="020B0604030504040204" pitchFamily="34" charset="0"/>
                </a:rPr>
                <a:t>1</a:t>
              </a:r>
            </a:p>
          </p:txBody>
        </p:sp>
      </p:grpSp>
      <p:grpSp>
        <p:nvGrpSpPr>
          <p:cNvPr id="153" name="Group 41">
            <a:extLst>
              <a:ext uri="{FF2B5EF4-FFF2-40B4-BE49-F238E27FC236}">
                <a16:creationId xmlns:a16="http://schemas.microsoft.com/office/drawing/2014/main" id="{518F726A-08B5-3DF0-69E2-0E0486EFF7E2}"/>
              </a:ext>
            </a:extLst>
          </p:cNvPr>
          <p:cNvGrpSpPr>
            <a:grpSpLocks/>
          </p:cNvGrpSpPr>
          <p:nvPr/>
        </p:nvGrpSpPr>
        <p:grpSpPr bwMode="auto">
          <a:xfrm>
            <a:off x="7632701" y="4838701"/>
            <a:ext cx="508001" cy="544513"/>
            <a:chOff x="0" y="0"/>
            <a:chExt cx="320" cy="343"/>
          </a:xfrm>
        </p:grpSpPr>
        <p:sp>
          <p:nvSpPr>
            <p:cNvPr id="154" name="Oval 39">
              <a:extLst>
                <a:ext uri="{FF2B5EF4-FFF2-40B4-BE49-F238E27FC236}">
                  <a16:creationId xmlns:a16="http://schemas.microsoft.com/office/drawing/2014/main" id="{4ACEED39-77F4-CF69-D844-E3338D1CBAEB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144" cy="14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0" tIns="0" rIns="0" bIns="0"/>
            <a:lstStyle>
              <a:lvl1pPr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1pPr>
              <a:lvl2pPr marL="742950" indent="-28575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2pPr>
              <a:lvl3pPr marL="11430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3pPr>
              <a:lvl4pPr marL="16002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4pPr>
              <a:lvl5pPr marL="20574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9pPr>
            </a:lstStyle>
            <a:p>
              <a:pPr eaLnBrk="1" hangingPunct="1"/>
              <a:endParaRPr lang="nl-NL" altLang="en-NL"/>
            </a:p>
          </p:txBody>
        </p:sp>
        <p:sp>
          <p:nvSpPr>
            <p:cNvPr id="155" name="Rectangle 40">
              <a:extLst>
                <a:ext uri="{FF2B5EF4-FFF2-40B4-BE49-F238E27FC236}">
                  <a16:creationId xmlns:a16="http://schemas.microsoft.com/office/drawing/2014/main" id="{EA17717A-932E-327A-399A-E11EF3CE23AF}"/>
                </a:ext>
              </a:extLst>
            </p:cNvPr>
            <p:cNvSpPr>
              <a:spLocks/>
            </p:cNvSpPr>
            <p:nvPr/>
          </p:nvSpPr>
          <p:spPr bwMode="auto">
            <a:xfrm>
              <a:off x="58" y="42"/>
              <a:ext cx="262" cy="3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8100" tIns="38100" rIns="38100" bIns="38100" anchor="ctr">
              <a:spAutoFit/>
            </a:bodyPr>
            <a:lstStyle>
              <a:lvl1pPr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1pPr>
              <a:lvl2pPr marL="742950" indent="-28575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2pPr>
              <a:lvl3pPr marL="11430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3pPr>
              <a:lvl4pPr marL="16002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4pPr>
              <a:lvl5pPr marL="20574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9pPr>
            </a:lstStyle>
            <a:p>
              <a:pPr eaLnBrk="1" hangingPunct="1">
                <a:spcBef>
                  <a:spcPts val="1075"/>
                </a:spcBef>
              </a:pPr>
              <a:r>
                <a:rPr lang="en-US" altLang="en-NL">
                  <a:solidFill>
                    <a:schemeClr val="tx1"/>
                  </a:solidFill>
                  <a:latin typeface="Verdana" panose="020B0604030504040204" pitchFamily="34" charset="0"/>
                </a:rPr>
                <a:t>k</a:t>
              </a:r>
              <a:r>
                <a:rPr lang="en-US" altLang="en-NL" baseline="-19000">
                  <a:solidFill>
                    <a:schemeClr val="tx1"/>
                  </a:solidFill>
                  <a:latin typeface="Verdana" panose="020B0604030504040204" pitchFamily="34" charset="0"/>
                </a:rPr>
                <a:t>3</a:t>
              </a:r>
            </a:p>
          </p:txBody>
        </p:sp>
      </p:grpSp>
      <p:grpSp>
        <p:nvGrpSpPr>
          <p:cNvPr id="156" name="Group 44">
            <a:extLst>
              <a:ext uri="{FF2B5EF4-FFF2-40B4-BE49-F238E27FC236}">
                <a16:creationId xmlns:a16="http://schemas.microsoft.com/office/drawing/2014/main" id="{066C9EFF-B25C-09A5-CE48-1AA35D6209D2}"/>
              </a:ext>
            </a:extLst>
          </p:cNvPr>
          <p:cNvGrpSpPr>
            <a:grpSpLocks/>
          </p:cNvGrpSpPr>
          <p:nvPr/>
        </p:nvGrpSpPr>
        <p:grpSpPr bwMode="auto">
          <a:xfrm>
            <a:off x="4737101" y="5143501"/>
            <a:ext cx="508001" cy="544513"/>
            <a:chOff x="0" y="0"/>
            <a:chExt cx="320" cy="343"/>
          </a:xfrm>
        </p:grpSpPr>
        <p:sp>
          <p:nvSpPr>
            <p:cNvPr id="157" name="Oval 42">
              <a:extLst>
                <a:ext uri="{FF2B5EF4-FFF2-40B4-BE49-F238E27FC236}">
                  <a16:creationId xmlns:a16="http://schemas.microsoft.com/office/drawing/2014/main" id="{6B2A7DB8-596F-F163-2F0E-61A2F7B4F60B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144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1pPr>
              <a:lvl2pPr marL="742950" indent="-28575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2pPr>
              <a:lvl3pPr marL="11430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3pPr>
              <a:lvl4pPr marL="16002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4pPr>
              <a:lvl5pPr marL="20574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9pPr>
            </a:lstStyle>
            <a:p>
              <a:pPr eaLnBrk="1" hangingPunct="1"/>
              <a:endParaRPr lang="nl-NL" altLang="en-NL"/>
            </a:p>
          </p:txBody>
        </p:sp>
        <p:sp>
          <p:nvSpPr>
            <p:cNvPr id="158" name="Rectangle 43">
              <a:extLst>
                <a:ext uri="{FF2B5EF4-FFF2-40B4-BE49-F238E27FC236}">
                  <a16:creationId xmlns:a16="http://schemas.microsoft.com/office/drawing/2014/main" id="{2202E5BC-68E0-39FD-D9A9-85E2CC466CD9}"/>
                </a:ext>
              </a:extLst>
            </p:cNvPr>
            <p:cNvSpPr>
              <a:spLocks/>
            </p:cNvSpPr>
            <p:nvPr/>
          </p:nvSpPr>
          <p:spPr bwMode="auto">
            <a:xfrm>
              <a:off x="58" y="42"/>
              <a:ext cx="262" cy="3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8100" tIns="38100" rIns="38100" bIns="38100" anchor="ctr">
              <a:spAutoFit/>
            </a:bodyPr>
            <a:lstStyle>
              <a:lvl1pPr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1pPr>
              <a:lvl2pPr marL="742950" indent="-28575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2pPr>
              <a:lvl3pPr marL="11430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3pPr>
              <a:lvl4pPr marL="16002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4pPr>
              <a:lvl5pPr marL="20574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9pPr>
            </a:lstStyle>
            <a:p>
              <a:pPr eaLnBrk="1" hangingPunct="1">
                <a:spcBef>
                  <a:spcPts val="1075"/>
                </a:spcBef>
              </a:pPr>
              <a:r>
                <a:rPr lang="en-US" altLang="en-NL">
                  <a:solidFill>
                    <a:schemeClr val="tx1"/>
                  </a:solidFill>
                  <a:latin typeface="Verdana" panose="020B0604030504040204" pitchFamily="34" charset="0"/>
                </a:rPr>
                <a:t>k</a:t>
              </a:r>
              <a:r>
                <a:rPr lang="en-US" altLang="en-NL" baseline="-19000">
                  <a:solidFill>
                    <a:schemeClr val="tx1"/>
                  </a:solidFill>
                  <a:latin typeface="Verdana" panose="020B0604030504040204" pitchFamily="34" charset="0"/>
                </a:rPr>
                <a:t>2</a:t>
              </a:r>
            </a:p>
          </p:txBody>
        </p:sp>
      </p:grpSp>
      <p:sp>
        <p:nvSpPr>
          <p:cNvPr id="160" name="AutoShape 46">
            <a:extLst>
              <a:ext uri="{FF2B5EF4-FFF2-40B4-BE49-F238E27FC236}">
                <a16:creationId xmlns:a16="http://schemas.microsoft.com/office/drawing/2014/main" id="{607E3691-0BEB-08EA-F221-8F5023FCC5E5}"/>
              </a:ext>
            </a:extLst>
          </p:cNvPr>
          <p:cNvSpPr>
            <a:spLocks/>
          </p:cNvSpPr>
          <p:nvPr/>
        </p:nvSpPr>
        <p:spPr bwMode="auto">
          <a:xfrm>
            <a:off x="4203700" y="2857500"/>
            <a:ext cx="152400" cy="152400"/>
          </a:xfrm>
          <a:prstGeom prst="diamond">
            <a:avLst/>
          </a:prstGeom>
          <a:solidFill>
            <a:srgbClr val="00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61" name="AutoShape 47">
            <a:extLst>
              <a:ext uri="{FF2B5EF4-FFF2-40B4-BE49-F238E27FC236}">
                <a16:creationId xmlns:a16="http://schemas.microsoft.com/office/drawing/2014/main" id="{14B64722-D792-1E95-7ED3-F8B3AB56157E}"/>
              </a:ext>
            </a:extLst>
          </p:cNvPr>
          <p:cNvSpPr>
            <a:spLocks/>
          </p:cNvSpPr>
          <p:nvPr/>
        </p:nvSpPr>
        <p:spPr bwMode="auto">
          <a:xfrm>
            <a:off x="6184900" y="4610100"/>
            <a:ext cx="152400" cy="152400"/>
          </a:xfrm>
          <a:prstGeom prst="diamond">
            <a:avLst/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62" name="AutoShape 48">
            <a:extLst>
              <a:ext uri="{FF2B5EF4-FFF2-40B4-BE49-F238E27FC236}">
                <a16:creationId xmlns:a16="http://schemas.microsoft.com/office/drawing/2014/main" id="{D4E42C0B-3520-7675-32C2-3B8A6B3C3E79}"/>
              </a:ext>
            </a:extLst>
          </p:cNvPr>
          <p:cNvSpPr>
            <a:spLocks/>
          </p:cNvSpPr>
          <p:nvPr/>
        </p:nvSpPr>
        <p:spPr bwMode="auto">
          <a:xfrm>
            <a:off x="7327900" y="4076700"/>
            <a:ext cx="152400" cy="152400"/>
          </a:xfrm>
          <a:prstGeom prst="diamond">
            <a:avLst/>
          </a:prstGeom>
          <a:solidFill>
            <a:srgbClr val="00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</p:spTree>
    <p:extLst>
      <p:ext uri="{BB962C8B-B14F-4D97-AF65-F5344CB8AC3E}">
        <p14:creationId xmlns:p14="http://schemas.microsoft.com/office/powerpoint/2010/main" val="3993381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-107430887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-107430887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-107430887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-107430887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-107430887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-107430887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animBg="1"/>
      <p:bldP spid="60" grpId="0" animBg="1"/>
      <p:bldP spid="132" grpId="0" animBg="1"/>
      <p:bldP spid="160" grpId="0" animBg="1"/>
      <p:bldP spid="161" grpId="0" animBg="1"/>
      <p:bldP spid="16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88C99E86-813E-C04C-ACFA-5A15EFEB2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737D-49A5-4740-8401-0C4DFF2B9D4A}" type="slidenum">
              <a:rPr lang="nl-NL" smtClean="0"/>
              <a:pPr/>
              <a:t>12</a:t>
            </a:fld>
            <a:endParaRPr lang="nl-NL"/>
          </a:p>
        </p:txBody>
      </p:sp>
      <p:sp>
        <p:nvSpPr>
          <p:cNvPr id="6" name="Tekstvak 7">
            <a:extLst>
              <a:ext uri="{FF2B5EF4-FFF2-40B4-BE49-F238E27FC236}">
                <a16:creationId xmlns:a16="http://schemas.microsoft.com/office/drawing/2014/main" id="{584FD35D-CBEF-84A0-42F2-5B93A23B275D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800">
                <a:solidFill>
                  <a:schemeClr val="bg1"/>
                </a:solidFill>
                <a:latin typeface="+mn-lt"/>
              </a:rPr>
              <a:t>Jelle van Barneveld</a:t>
            </a:r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273C776D-F374-B3EB-C813-03751C639B5D}"/>
              </a:ext>
            </a:extLst>
          </p:cNvPr>
          <p:cNvSpPr txBox="1"/>
          <p:nvPr/>
        </p:nvSpPr>
        <p:spPr>
          <a:xfrm>
            <a:off x="2531828" y="-990"/>
            <a:ext cx="8636105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</a:pPr>
            <a:r>
              <a:rPr lang="en-US" sz="3000" b="1">
                <a:solidFill>
                  <a:srgbClr val="829C30"/>
                </a:solidFill>
                <a:latin typeface="Arial"/>
                <a:ea typeface="MS PGothic" charset="0"/>
              </a:rPr>
              <a:t>K-</a:t>
            </a:r>
            <a:r>
              <a:rPr lang="en-US" sz="3000" b="1" err="1">
                <a:solidFill>
                  <a:srgbClr val="829C30"/>
                </a:solidFill>
                <a:latin typeface="Arial"/>
                <a:ea typeface="MS PGothic" charset="0"/>
              </a:rPr>
              <a:t>meansclustering</a:t>
            </a:r>
            <a:r>
              <a:rPr lang="en-US" sz="3000" b="1">
                <a:solidFill>
                  <a:srgbClr val="829C30"/>
                </a:solidFill>
                <a:latin typeface="Arial"/>
                <a:ea typeface="MS PGothic" charset="0"/>
              </a:rPr>
              <a:t>: de </a:t>
            </a:r>
            <a:r>
              <a:rPr lang="en-US" sz="3000" b="1" err="1">
                <a:solidFill>
                  <a:srgbClr val="829C30"/>
                </a:solidFill>
                <a:latin typeface="Arial"/>
                <a:ea typeface="MS PGothic" charset="0"/>
              </a:rPr>
              <a:t>stappen</a:t>
            </a:r>
            <a:endParaRPr lang="en-US" sz="3000" b="1">
              <a:solidFill>
                <a:srgbClr val="829C30"/>
              </a:solidFill>
              <a:latin typeface="Arial"/>
              <a:ea typeface="MS PGothic" charset="0"/>
            </a:endParaRPr>
          </a:p>
        </p:txBody>
      </p:sp>
      <p:cxnSp>
        <p:nvCxnSpPr>
          <p:cNvPr id="8" name="Straight Connector 10">
            <a:extLst>
              <a:ext uri="{FF2B5EF4-FFF2-40B4-BE49-F238E27FC236}">
                <a16:creationId xmlns:a16="http://schemas.microsoft.com/office/drawing/2014/main" id="{FC46091E-9110-FB9A-343D-BD46860A7326}"/>
              </a:ext>
            </a:extLst>
          </p:cNvPr>
          <p:cNvCxnSpPr>
            <a:cxnSpLocks/>
          </p:cNvCxnSpPr>
          <p:nvPr/>
        </p:nvCxnSpPr>
        <p:spPr>
          <a:xfrm>
            <a:off x="988290" y="812800"/>
            <a:ext cx="11203710" cy="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3">
            <a:extLst>
              <a:ext uri="{FF2B5EF4-FFF2-40B4-BE49-F238E27FC236}">
                <a16:creationId xmlns:a16="http://schemas.microsoft.com/office/drawing/2014/main" id="{03F21FE5-01A9-1CF9-6E21-6F1087E0E0FE}"/>
              </a:ext>
            </a:extLst>
          </p:cNvPr>
          <p:cNvSpPr txBox="1">
            <a:spLocks noChangeArrowheads="1"/>
          </p:cNvSpPr>
          <p:nvPr/>
        </p:nvSpPr>
        <p:spPr>
          <a:xfrm>
            <a:off x="988290" y="812800"/>
            <a:ext cx="11203710" cy="838085"/>
          </a:xfrm>
          <a:prstGeom prst="rect">
            <a:avLst/>
          </a:prstGeom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536575" indent="-263525" algn="l" defTabSz="914400" rtl="0" eaLnBrk="1" latinLnBrk="0" hangingPunct="1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Font typeface="Calibri" panose="020F0502020204030204" pitchFamily="34" charset="0"/>
              <a:buChar char="−"/>
              <a:defRPr sz="20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809625" indent="-273050" algn="l" defTabSz="914400" rtl="0" eaLnBrk="1" latinLnBrk="0" hangingPunct="1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Font typeface="Calibri" panose="020F0502020204030204" pitchFamily="34" charset="0"/>
              <a:buChar char="−"/>
              <a:defRPr sz="20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073150" indent="-263525" algn="l" defTabSz="914400" rtl="0" eaLnBrk="1" latinLnBrk="0" hangingPunct="1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Font typeface="Calibri" panose="020F0502020204030204" pitchFamily="34" charset="0"/>
              <a:buChar char="−"/>
              <a:defRPr sz="20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344613" indent="-271463" algn="l" defTabSz="914400" rtl="0" eaLnBrk="1" latinLnBrk="0" hangingPunct="1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Font typeface="Calibri" panose="020F0502020204030204" pitchFamily="34" charset="0"/>
              <a:buChar char="−"/>
              <a:defRPr sz="20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5900" indent="0" algn="ctr">
              <a:lnSpc>
                <a:spcPct val="110000"/>
              </a:lnSpc>
              <a:buSzPct val="69000"/>
              <a:buFont typeface="Arial" panose="020B0604020202020204" pitchFamily="34" charset="0"/>
              <a:buNone/>
              <a:defRPr/>
            </a:pPr>
            <a:r>
              <a:rPr lang="nl-NL" b="1" dirty="0">
                <a:solidFill>
                  <a:srgbClr val="000000"/>
                </a:solidFill>
                <a:sym typeface="Palatino" charset="0"/>
              </a:rPr>
              <a:t>Stap 5: </a:t>
            </a:r>
            <a:r>
              <a:rPr lang="nl-NL" dirty="0">
                <a:solidFill>
                  <a:srgbClr val="000000"/>
                </a:solidFill>
                <a:sym typeface="Palatino" charset="0"/>
              </a:rPr>
              <a:t>Herhaal stappen 3 en 4 totdat de centra bijna niet meer verplaatsen.</a:t>
            </a:r>
          </a:p>
          <a:p>
            <a:pPr marL="215900" indent="0" algn="ctr">
              <a:lnSpc>
                <a:spcPct val="110000"/>
              </a:lnSpc>
              <a:buSzPct val="69000"/>
              <a:buFont typeface="Arial" panose="020B0604020202020204" pitchFamily="34" charset="0"/>
              <a:buNone/>
              <a:defRPr/>
            </a:pPr>
            <a:r>
              <a:rPr lang="nl-NL" u="sng" dirty="0">
                <a:solidFill>
                  <a:srgbClr val="000000"/>
                </a:solidFill>
                <a:sym typeface="Palatino" charset="0"/>
              </a:rPr>
              <a:t>“Hoe zie ik dit?”</a:t>
            </a:r>
            <a:r>
              <a:rPr lang="nl-NL" dirty="0">
                <a:solidFill>
                  <a:srgbClr val="000000"/>
                </a:solidFill>
                <a:sym typeface="Palatino" charset="0"/>
              </a:rPr>
              <a:t> De euclidische afstand ontwikkelt zich bijna niet meer.</a:t>
            </a:r>
            <a:endParaRPr lang="nl-NL" u="sng" dirty="0">
              <a:solidFill>
                <a:srgbClr val="000000"/>
              </a:solidFill>
              <a:sym typeface="Palatino" charset="0"/>
            </a:endParaRPr>
          </a:p>
        </p:txBody>
      </p:sp>
      <p:sp>
        <p:nvSpPr>
          <p:cNvPr id="165" name="AutoShape 3">
            <a:extLst>
              <a:ext uri="{FF2B5EF4-FFF2-40B4-BE49-F238E27FC236}">
                <a16:creationId xmlns:a16="http://schemas.microsoft.com/office/drawing/2014/main" id="{81E247CB-229C-4525-3D0F-715C65947771}"/>
              </a:ext>
            </a:extLst>
          </p:cNvPr>
          <p:cNvSpPr>
            <a:spLocks/>
          </p:cNvSpPr>
          <p:nvPr/>
        </p:nvSpPr>
        <p:spPr bwMode="auto">
          <a:xfrm>
            <a:off x="4038600" y="4965700"/>
            <a:ext cx="152400" cy="152400"/>
          </a:xfrm>
          <a:prstGeom prst="diamond">
            <a:avLst/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66" name="AutoShape 4">
            <a:extLst>
              <a:ext uri="{FF2B5EF4-FFF2-40B4-BE49-F238E27FC236}">
                <a16:creationId xmlns:a16="http://schemas.microsoft.com/office/drawing/2014/main" id="{BB115B3E-8981-C70C-3F5E-E2CBDC509585}"/>
              </a:ext>
            </a:extLst>
          </p:cNvPr>
          <p:cNvSpPr>
            <a:spLocks/>
          </p:cNvSpPr>
          <p:nvPr/>
        </p:nvSpPr>
        <p:spPr bwMode="auto">
          <a:xfrm>
            <a:off x="4191000" y="5194300"/>
            <a:ext cx="152400" cy="152400"/>
          </a:xfrm>
          <a:prstGeom prst="diamond">
            <a:avLst/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67" name="AutoShape 5">
            <a:extLst>
              <a:ext uri="{FF2B5EF4-FFF2-40B4-BE49-F238E27FC236}">
                <a16:creationId xmlns:a16="http://schemas.microsoft.com/office/drawing/2014/main" id="{BAE02280-4661-4775-5883-89DCE6F98B41}"/>
              </a:ext>
            </a:extLst>
          </p:cNvPr>
          <p:cNvSpPr>
            <a:spLocks/>
          </p:cNvSpPr>
          <p:nvPr/>
        </p:nvSpPr>
        <p:spPr bwMode="auto">
          <a:xfrm>
            <a:off x="3962400" y="5422900"/>
            <a:ext cx="152400" cy="152400"/>
          </a:xfrm>
          <a:prstGeom prst="diamond">
            <a:avLst/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68" name="AutoShape 6">
            <a:extLst>
              <a:ext uri="{FF2B5EF4-FFF2-40B4-BE49-F238E27FC236}">
                <a16:creationId xmlns:a16="http://schemas.microsoft.com/office/drawing/2014/main" id="{003A4532-6BB5-396B-1C24-1A2BBCCCC334}"/>
              </a:ext>
            </a:extLst>
          </p:cNvPr>
          <p:cNvSpPr>
            <a:spLocks/>
          </p:cNvSpPr>
          <p:nvPr/>
        </p:nvSpPr>
        <p:spPr bwMode="auto">
          <a:xfrm>
            <a:off x="3733800" y="4737100"/>
            <a:ext cx="152400" cy="152400"/>
          </a:xfrm>
          <a:prstGeom prst="diamond">
            <a:avLst/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69" name="AutoShape 7">
            <a:extLst>
              <a:ext uri="{FF2B5EF4-FFF2-40B4-BE49-F238E27FC236}">
                <a16:creationId xmlns:a16="http://schemas.microsoft.com/office/drawing/2014/main" id="{FEFAB4D6-6D47-83B2-5982-C5285B47C7B0}"/>
              </a:ext>
            </a:extLst>
          </p:cNvPr>
          <p:cNvSpPr>
            <a:spLocks/>
          </p:cNvSpPr>
          <p:nvPr/>
        </p:nvSpPr>
        <p:spPr bwMode="auto">
          <a:xfrm>
            <a:off x="3733800" y="2374900"/>
            <a:ext cx="152400" cy="152400"/>
          </a:xfrm>
          <a:prstGeom prst="diamond">
            <a:avLst/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70" name="AutoShape 8">
            <a:extLst>
              <a:ext uri="{FF2B5EF4-FFF2-40B4-BE49-F238E27FC236}">
                <a16:creationId xmlns:a16="http://schemas.microsoft.com/office/drawing/2014/main" id="{5F0EB39C-F2BB-739E-6B6F-D030AD857B52}"/>
              </a:ext>
            </a:extLst>
          </p:cNvPr>
          <p:cNvSpPr>
            <a:spLocks/>
          </p:cNvSpPr>
          <p:nvPr/>
        </p:nvSpPr>
        <p:spPr bwMode="auto">
          <a:xfrm>
            <a:off x="3733800" y="3898900"/>
            <a:ext cx="152400" cy="152400"/>
          </a:xfrm>
          <a:prstGeom prst="diamond">
            <a:avLst/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71" name="AutoShape 9">
            <a:extLst>
              <a:ext uri="{FF2B5EF4-FFF2-40B4-BE49-F238E27FC236}">
                <a16:creationId xmlns:a16="http://schemas.microsoft.com/office/drawing/2014/main" id="{8331BD1F-4400-0D97-5836-76DBA3543AEB}"/>
              </a:ext>
            </a:extLst>
          </p:cNvPr>
          <p:cNvSpPr>
            <a:spLocks/>
          </p:cNvSpPr>
          <p:nvPr/>
        </p:nvSpPr>
        <p:spPr bwMode="auto">
          <a:xfrm>
            <a:off x="3733800" y="5422900"/>
            <a:ext cx="152400" cy="152400"/>
          </a:xfrm>
          <a:prstGeom prst="diamond">
            <a:avLst/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72" name="AutoShape 10">
            <a:extLst>
              <a:ext uri="{FF2B5EF4-FFF2-40B4-BE49-F238E27FC236}">
                <a16:creationId xmlns:a16="http://schemas.microsoft.com/office/drawing/2014/main" id="{AE513375-8272-2CEB-3DB3-873568003C68}"/>
              </a:ext>
            </a:extLst>
          </p:cNvPr>
          <p:cNvSpPr>
            <a:spLocks/>
          </p:cNvSpPr>
          <p:nvPr/>
        </p:nvSpPr>
        <p:spPr bwMode="auto">
          <a:xfrm>
            <a:off x="3276600" y="4432300"/>
            <a:ext cx="152400" cy="152400"/>
          </a:xfrm>
          <a:prstGeom prst="diamond">
            <a:avLst/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73" name="AutoShape 11">
            <a:extLst>
              <a:ext uri="{FF2B5EF4-FFF2-40B4-BE49-F238E27FC236}">
                <a16:creationId xmlns:a16="http://schemas.microsoft.com/office/drawing/2014/main" id="{3F3095A3-7DD8-296C-BBA3-5E8CA36B3B09}"/>
              </a:ext>
            </a:extLst>
          </p:cNvPr>
          <p:cNvSpPr>
            <a:spLocks/>
          </p:cNvSpPr>
          <p:nvPr/>
        </p:nvSpPr>
        <p:spPr bwMode="auto">
          <a:xfrm>
            <a:off x="5675313" y="4127500"/>
            <a:ext cx="152400" cy="152400"/>
          </a:xfrm>
          <a:prstGeom prst="diamond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74" name="AutoShape 12">
            <a:extLst>
              <a:ext uri="{FF2B5EF4-FFF2-40B4-BE49-F238E27FC236}">
                <a16:creationId xmlns:a16="http://schemas.microsoft.com/office/drawing/2014/main" id="{0A18A0E3-F58D-0B79-E1D9-F86C0DB316AF}"/>
              </a:ext>
            </a:extLst>
          </p:cNvPr>
          <p:cNvSpPr>
            <a:spLocks/>
          </p:cNvSpPr>
          <p:nvPr/>
        </p:nvSpPr>
        <p:spPr bwMode="auto">
          <a:xfrm>
            <a:off x="7543800" y="2146300"/>
            <a:ext cx="152400" cy="152400"/>
          </a:xfrm>
          <a:prstGeom prst="diamond">
            <a:avLst/>
          </a:prstGeom>
          <a:solidFill>
            <a:srgbClr val="00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75" name="AutoShape 13">
            <a:extLst>
              <a:ext uri="{FF2B5EF4-FFF2-40B4-BE49-F238E27FC236}">
                <a16:creationId xmlns:a16="http://schemas.microsoft.com/office/drawing/2014/main" id="{065D2B6C-0EB0-058B-9178-2FBF320ED27E}"/>
              </a:ext>
            </a:extLst>
          </p:cNvPr>
          <p:cNvSpPr>
            <a:spLocks/>
          </p:cNvSpPr>
          <p:nvPr/>
        </p:nvSpPr>
        <p:spPr bwMode="auto">
          <a:xfrm>
            <a:off x="8001000" y="2222500"/>
            <a:ext cx="152400" cy="152400"/>
          </a:xfrm>
          <a:prstGeom prst="diamond">
            <a:avLst/>
          </a:prstGeom>
          <a:solidFill>
            <a:srgbClr val="00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76" name="AutoShape 14">
            <a:extLst>
              <a:ext uri="{FF2B5EF4-FFF2-40B4-BE49-F238E27FC236}">
                <a16:creationId xmlns:a16="http://schemas.microsoft.com/office/drawing/2014/main" id="{CC12EB04-5F14-24C6-67B0-F7844C51652B}"/>
              </a:ext>
            </a:extLst>
          </p:cNvPr>
          <p:cNvSpPr>
            <a:spLocks/>
          </p:cNvSpPr>
          <p:nvPr/>
        </p:nvSpPr>
        <p:spPr bwMode="auto">
          <a:xfrm>
            <a:off x="7848600" y="2374900"/>
            <a:ext cx="152400" cy="152400"/>
          </a:xfrm>
          <a:prstGeom prst="diamond">
            <a:avLst/>
          </a:prstGeom>
          <a:solidFill>
            <a:srgbClr val="00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77" name="AutoShape 15">
            <a:extLst>
              <a:ext uri="{FF2B5EF4-FFF2-40B4-BE49-F238E27FC236}">
                <a16:creationId xmlns:a16="http://schemas.microsoft.com/office/drawing/2014/main" id="{EE3ABA84-4326-A7F9-0BF1-07FF6D84868B}"/>
              </a:ext>
            </a:extLst>
          </p:cNvPr>
          <p:cNvSpPr>
            <a:spLocks/>
          </p:cNvSpPr>
          <p:nvPr/>
        </p:nvSpPr>
        <p:spPr bwMode="auto">
          <a:xfrm>
            <a:off x="7696200" y="2527300"/>
            <a:ext cx="152400" cy="152400"/>
          </a:xfrm>
          <a:prstGeom prst="diamond">
            <a:avLst/>
          </a:prstGeom>
          <a:solidFill>
            <a:srgbClr val="00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78" name="AutoShape 16">
            <a:extLst>
              <a:ext uri="{FF2B5EF4-FFF2-40B4-BE49-F238E27FC236}">
                <a16:creationId xmlns:a16="http://schemas.microsoft.com/office/drawing/2014/main" id="{B521F56E-2BEB-793C-B768-C8181997D3AA}"/>
              </a:ext>
            </a:extLst>
          </p:cNvPr>
          <p:cNvSpPr>
            <a:spLocks/>
          </p:cNvSpPr>
          <p:nvPr/>
        </p:nvSpPr>
        <p:spPr bwMode="auto">
          <a:xfrm>
            <a:off x="8001000" y="2679700"/>
            <a:ext cx="152400" cy="152400"/>
          </a:xfrm>
          <a:prstGeom prst="diamond">
            <a:avLst/>
          </a:prstGeom>
          <a:solidFill>
            <a:srgbClr val="00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79" name="AutoShape 17">
            <a:extLst>
              <a:ext uri="{FF2B5EF4-FFF2-40B4-BE49-F238E27FC236}">
                <a16:creationId xmlns:a16="http://schemas.microsoft.com/office/drawing/2014/main" id="{DC079491-0628-5C67-2423-BACCE3125042}"/>
              </a:ext>
            </a:extLst>
          </p:cNvPr>
          <p:cNvSpPr>
            <a:spLocks/>
          </p:cNvSpPr>
          <p:nvPr/>
        </p:nvSpPr>
        <p:spPr bwMode="auto">
          <a:xfrm>
            <a:off x="8305800" y="3060700"/>
            <a:ext cx="152400" cy="152400"/>
          </a:xfrm>
          <a:prstGeom prst="diamond">
            <a:avLst/>
          </a:prstGeom>
          <a:solidFill>
            <a:srgbClr val="00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80" name="AutoShape 18">
            <a:extLst>
              <a:ext uri="{FF2B5EF4-FFF2-40B4-BE49-F238E27FC236}">
                <a16:creationId xmlns:a16="http://schemas.microsoft.com/office/drawing/2014/main" id="{0B678A5D-3F35-BA08-B24D-4CC4DFE2F64E}"/>
              </a:ext>
            </a:extLst>
          </p:cNvPr>
          <p:cNvSpPr>
            <a:spLocks/>
          </p:cNvSpPr>
          <p:nvPr/>
        </p:nvSpPr>
        <p:spPr bwMode="auto">
          <a:xfrm>
            <a:off x="6553200" y="2146300"/>
            <a:ext cx="152400" cy="152400"/>
          </a:xfrm>
          <a:prstGeom prst="diamond">
            <a:avLst/>
          </a:prstGeom>
          <a:solidFill>
            <a:srgbClr val="00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81" name="AutoShape 19">
            <a:extLst>
              <a:ext uri="{FF2B5EF4-FFF2-40B4-BE49-F238E27FC236}">
                <a16:creationId xmlns:a16="http://schemas.microsoft.com/office/drawing/2014/main" id="{130ED610-F866-5AE3-D8E5-CF83579CFBB7}"/>
              </a:ext>
            </a:extLst>
          </p:cNvPr>
          <p:cNvSpPr>
            <a:spLocks/>
          </p:cNvSpPr>
          <p:nvPr/>
        </p:nvSpPr>
        <p:spPr bwMode="auto">
          <a:xfrm>
            <a:off x="6858000" y="3594100"/>
            <a:ext cx="152400" cy="152400"/>
          </a:xfrm>
          <a:prstGeom prst="diamond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82" name="AutoShape 20">
            <a:extLst>
              <a:ext uri="{FF2B5EF4-FFF2-40B4-BE49-F238E27FC236}">
                <a16:creationId xmlns:a16="http://schemas.microsoft.com/office/drawing/2014/main" id="{FDAEEDE8-634C-6921-6E04-6C2E8F49A9C6}"/>
              </a:ext>
            </a:extLst>
          </p:cNvPr>
          <p:cNvSpPr>
            <a:spLocks/>
          </p:cNvSpPr>
          <p:nvPr/>
        </p:nvSpPr>
        <p:spPr bwMode="auto">
          <a:xfrm>
            <a:off x="6858000" y="5118100"/>
            <a:ext cx="152400" cy="152400"/>
          </a:xfrm>
          <a:prstGeom prst="diamond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83" name="AutoShape 21">
            <a:extLst>
              <a:ext uri="{FF2B5EF4-FFF2-40B4-BE49-F238E27FC236}">
                <a16:creationId xmlns:a16="http://schemas.microsoft.com/office/drawing/2014/main" id="{75CACC94-73C0-F6A9-9E3F-A1185B49545B}"/>
              </a:ext>
            </a:extLst>
          </p:cNvPr>
          <p:cNvSpPr>
            <a:spLocks/>
          </p:cNvSpPr>
          <p:nvPr/>
        </p:nvSpPr>
        <p:spPr bwMode="auto">
          <a:xfrm>
            <a:off x="7239000" y="5422900"/>
            <a:ext cx="152400" cy="152400"/>
          </a:xfrm>
          <a:prstGeom prst="diamond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84" name="AutoShape 22">
            <a:extLst>
              <a:ext uri="{FF2B5EF4-FFF2-40B4-BE49-F238E27FC236}">
                <a16:creationId xmlns:a16="http://schemas.microsoft.com/office/drawing/2014/main" id="{9EAFF221-E4CF-867A-B7BF-04C84205C2CD}"/>
              </a:ext>
            </a:extLst>
          </p:cNvPr>
          <p:cNvSpPr>
            <a:spLocks/>
          </p:cNvSpPr>
          <p:nvPr/>
        </p:nvSpPr>
        <p:spPr bwMode="auto">
          <a:xfrm>
            <a:off x="7620000" y="4660900"/>
            <a:ext cx="152400" cy="152400"/>
          </a:xfrm>
          <a:prstGeom prst="diamond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85" name="AutoShape 23">
            <a:extLst>
              <a:ext uri="{FF2B5EF4-FFF2-40B4-BE49-F238E27FC236}">
                <a16:creationId xmlns:a16="http://schemas.microsoft.com/office/drawing/2014/main" id="{B8BC149A-0136-D0B0-A053-3C4869D72829}"/>
              </a:ext>
            </a:extLst>
          </p:cNvPr>
          <p:cNvSpPr>
            <a:spLocks/>
          </p:cNvSpPr>
          <p:nvPr/>
        </p:nvSpPr>
        <p:spPr bwMode="auto">
          <a:xfrm>
            <a:off x="6781800" y="4051300"/>
            <a:ext cx="152400" cy="152400"/>
          </a:xfrm>
          <a:prstGeom prst="diamond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86" name="AutoShape 24">
            <a:extLst>
              <a:ext uri="{FF2B5EF4-FFF2-40B4-BE49-F238E27FC236}">
                <a16:creationId xmlns:a16="http://schemas.microsoft.com/office/drawing/2014/main" id="{F1C00AC5-1093-2759-EB8A-468AFF3B7FF7}"/>
              </a:ext>
            </a:extLst>
          </p:cNvPr>
          <p:cNvSpPr>
            <a:spLocks/>
          </p:cNvSpPr>
          <p:nvPr/>
        </p:nvSpPr>
        <p:spPr bwMode="auto">
          <a:xfrm>
            <a:off x="6019800" y="4508500"/>
            <a:ext cx="152400" cy="152400"/>
          </a:xfrm>
          <a:prstGeom prst="diamond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87" name="AutoShape 25">
            <a:extLst>
              <a:ext uri="{FF2B5EF4-FFF2-40B4-BE49-F238E27FC236}">
                <a16:creationId xmlns:a16="http://schemas.microsoft.com/office/drawing/2014/main" id="{A091E778-FE75-B370-725A-7A9A04D6BA26}"/>
              </a:ext>
            </a:extLst>
          </p:cNvPr>
          <p:cNvSpPr>
            <a:spLocks/>
          </p:cNvSpPr>
          <p:nvPr/>
        </p:nvSpPr>
        <p:spPr bwMode="auto">
          <a:xfrm>
            <a:off x="8001000" y="4965700"/>
            <a:ext cx="152400" cy="152400"/>
          </a:xfrm>
          <a:prstGeom prst="diamond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88" name="AutoShape 26">
            <a:extLst>
              <a:ext uri="{FF2B5EF4-FFF2-40B4-BE49-F238E27FC236}">
                <a16:creationId xmlns:a16="http://schemas.microsoft.com/office/drawing/2014/main" id="{7EF18D06-7B5C-F754-592B-CA0B2FBEF0DF}"/>
              </a:ext>
            </a:extLst>
          </p:cNvPr>
          <p:cNvSpPr>
            <a:spLocks/>
          </p:cNvSpPr>
          <p:nvPr/>
        </p:nvSpPr>
        <p:spPr bwMode="auto">
          <a:xfrm>
            <a:off x="7848600" y="5346700"/>
            <a:ext cx="152400" cy="152400"/>
          </a:xfrm>
          <a:prstGeom prst="diamond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89" name="AutoShape 27">
            <a:extLst>
              <a:ext uri="{FF2B5EF4-FFF2-40B4-BE49-F238E27FC236}">
                <a16:creationId xmlns:a16="http://schemas.microsoft.com/office/drawing/2014/main" id="{FD98F5FD-2FEA-D00D-4456-203B1F2E79AD}"/>
              </a:ext>
            </a:extLst>
          </p:cNvPr>
          <p:cNvSpPr>
            <a:spLocks/>
          </p:cNvSpPr>
          <p:nvPr/>
        </p:nvSpPr>
        <p:spPr bwMode="auto">
          <a:xfrm>
            <a:off x="7696200" y="4356100"/>
            <a:ext cx="152400" cy="152400"/>
          </a:xfrm>
          <a:prstGeom prst="diamond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90" name="AutoShape 28">
            <a:extLst>
              <a:ext uri="{FF2B5EF4-FFF2-40B4-BE49-F238E27FC236}">
                <a16:creationId xmlns:a16="http://schemas.microsoft.com/office/drawing/2014/main" id="{7FC6C111-4437-B74B-160E-09E5E72F178F}"/>
              </a:ext>
            </a:extLst>
          </p:cNvPr>
          <p:cNvSpPr>
            <a:spLocks/>
          </p:cNvSpPr>
          <p:nvPr/>
        </p:nvSpPr>
        <p:spPr bwMode="auto">
          <a:xfrm>
            <a:off x="8305800" y="5575300"/>
            <a:ext cx="152400" cy="152400"/>
          </a:xfrm>
          <a:prstGeom prst="diamond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91" name="AutoShape 29">
            <a:extLst>
              <a:ext uri="{FF2B5EF4-FFF2-40B4-BE49-F238E27FC236}">
                <a16:creationId xmlns:a16="http://schemas.microsoft.com/office/drawing/2014/main" id="{6B69D378-E171-F1DC-A68F-2F44AE0F02AC}"/>
              </a:ext>
            </a:extLst>
          </p:cNvPr>
          <p:cNvSpPr>
            <a:spLocks/>
          </p:cNvSpPr>
          <p:nvPr/>
        </p:nvSpPr>
        <p:spPr bwMode="auto">
          <a:xfrm>
            <a:off x="7467600" y="2908300"/>
            <a:ext cx="152400" cy="152400"/>
          </a:xfrm>
          <a:prstGeom prst="diamond">
            <a:avLst/>
          </a:prstGeom>
          <a:solidFill>
            <a:srgbClr val="00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grpSp>
        <p:nvGrpSpPr>
          <p:cNvPr id="192" name="Group 35">
            <a:extLst>
              <a:ext uri="{FF2B5EF4-FFF2-40B4-BE49-F238E27FC236}">
                <a16:creationId xmlns:a16="http://schemas.microsoft.com/office/drawing/2014/main" id="{AEE366FB-EFDA-DFDA-CBE2-A8A16ABE4872}"/>
              </a:ext>
            </a:extLst>
          </p:cNvPr>
          <p:cNvGrpSpPr>
            <a:grpSpLocks/>
          </p:cNvGrpSpPr>
          <p:nvPr/>
        </p:nvGrpSpPr>
        <p:grpSpPr bwMode="auto">
          <a:xfrm>
            <a:off x="2557464" y="1763714"/>
            <a:ext cx="6878637" cy="4516437"/>
            <a:chOff x="11" y="0"/>
            <a:chExt cx="4332" cy="2844"/>
          </a:xfrm>
        </p:grpSpPr>
        <p:grpSp>
          <p:nvGrpSpPr>
            <p:cNvPr id="193" name="Group 32">
              <a:extLst>
                <a:ext uri="{FF2B5EF4-FFF2-40B4-BE49-F238E27FC236}">
                  <a16:creationId xmlns:a16="http://schemas.microsoft.com/office/drawing/2014/main" id="{AC2E4C5F-29D3-03CF-618E-E23134F873E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5" y="0"/>
              <a:ext cx="3744" cy="2640"/>
              <a:chOff x="0" y="0"/>
              <a:chExt cx="3744" cy="2640"/>
            </a:xfrm>
          </p:grpSpPr>
          <p:sp>
            <p:nvSpPr>
              <p:cNvPr id="196" name="Line 30">
                <a:extLst>
                  <a:ext uri="{FF2B5EF4-FFF2-40B4-BE49-F238E27FC236}">
                    <a16:creationId xmlns:a16="http://schemas.microsoft.com/office/drawing/2014/main" id="{B5603DFE-5B81-CC83-D675-C41F88FD6C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0" y="0"/>
                <a:ext cx="0" cy="264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nl-NL"/>
              </a:p>
            </p:txBody>
          </p:sp>
          <p:sp>
            <p:nvSpPr>
              <p:cNvPr id="197" name="Line 31">
                <a:extLst>
                  <a:ext uri="{FF2B5EF4-FFF2-40B4-BE49-F238E27FC236}">
                    <a16:creationId xmlns:a16="http://schemas.microsoft.com/office/drawing/2014/main" id="{1D0C1CEE-FC0A-0CF8-B2AE-BEB77FF643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0" y="2640"/>
                <a:ext cx="3744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nl-NL"/>
              </a:p>
            </p:txBody>
          </p:sp>
        </p:grpSp>
        <p:sp>
          <p:nvSpPr>
            <p:cNvPr id="194" name="Rectangle 33">
              <a:extLst>
                <a:ext uri="{FF2B5EF4-FFF2-40B4-BE49-F238E27FC236}">
                  <a16:creationId xmlns:a16="http://schemas.microsoft.com/office/drawing/2014/main" id="{211905F6-44B7-4E58-C80F-F3107E7A0DC4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2" y="2546"/>
              <a:ext cx="171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8100" tIns="38100" rIns="38100" bIns="38100">
              <a:spAutoFit/>
            </a:bodyPr>
            <a:lstStyle>
              <a:lvl1pPr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1pPr>
              <a:lvl2pPr marL="742950" indent="-28575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2pPr>
              <a:lvl3pPr marL="11430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3pPr>
              <a:lvl4pPr marL="16002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4pPr>
              <a:lvl5pPr marL="20574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9pPr>
            </a:lstStyle>
            <a:p>
              <a:pPr eaLnBrk="1" hangingPunct="1"/>
              <a:r>
                <a:rPr lang="en-US" altLang="en-NL">
                  <a:solidFill>
                    <a:schemeClr val="tx1"/>
                  </a:solidFill>
                  <a:latin typeface="Verdana" panose="020B0604030504040204" pitchFamily="34" charset="0"/>
                </a:rPr>
                <a:t>x</a:t>
              </a:r>
            </a:p>
          </p:txBody>
        </p:sp>
        <p:sp>
          <p:nvSpPr>
            <p:cNvPr id="195" name="Rectangle 34">
              <a:extLst>
                <a:ext uri="{FF2B5EF4-FFF2-40B4-BE49-F238E27FC236}">
                  <a16:creationId xmlns:a16="http://schemas.microsoft.com/office/drawing/2014/main" id="{5F18812A-A6FD-ED9B-F5F0-CB2B7E25233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" y="842"/>
              <a:ext cx="171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8100" tIns="38100" rIns="38100" bIns="38100">
              <a:spAutoFit/>
            </a:bodyPr>
            <a:lstStyle>
              <a:lvl1pPr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1pPr>
              <a:lvl2pPr marL="742950" indent="-28575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2pPr>
              <a:lvl3pPr marL="11430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3pPr>
              <a:lvl4pPr marL="16002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4pPr>
              <a:lvl5pPr marL="20574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9pPr>
            </a:lstStyle>
            <a:p>
              <a:pPr eaLnBrk="1" hangingPunct="1"/>
              <a:r>
                <a:rPr lang="en-US" altLang="en-NL">
                  <a:solidFill>
                    <a:schemeClr val="tx1"/>
                  </a:solidFill>
                  <a:latin typeface="Verdana" panose="020B0604030504040204" pitchFamily="34" charset="0"/>
                </a:rPr>
                <a:t>y</a:t>
              </a:r>
            </a:p>
          </p:txBody>
        </p:sp>
      </p:grpSp>
      <p:grpSp>
        <p:nvGrpSpPr>
          <p:cNvPr id="198" name="Group 38">
            <a:extLst>
              <a:ext uri="{FF2B5EF4-FFF2-40B4-BE49-F238E27FC236}">
                <a16:creationId xmlns:a16="http://schemas.microsoft.com/office/drawing/2014/main" id="{2AC0A23C-F7A4-F47B-1C7C-A12E869D1A31}"/>
              </a:ext>
            </a:extLst>
          </p:cNvPr>
          <p:cNvGrpSpPr>
            <a:grpSpLocks/>
          </p:cNvGrpSpPr>
          <p:nvPr/>
        </p:nvGrpSpPr>
        <p:grpSpPr bwMode="auto">
          <a:xfrm>
            <a:off x="7010400" y="2603501"/>
            <a:ext cx="698500" cy="633413"/>
            <a:chOff x="0" y="0"/>
            <a:chExt cx="440" cy="399"/>
          </a:xfrm>
        </p:grpSpPr>
        <p:sp>
          <p:nvSpPr>
            <p:cNvPr id="199" name="Oval 36">
              <a:extLst>
                <a:ext uri="{FF2B5EF4-FFF2-40B4-BE49-F238E27FC236}">
                  <a16:creationId xmlns:a16="http://schemas.microsoft.com/office/drawing/2014/main" id="{8CC92734-88C7-518A-67C7-B4641C96AF0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144" cy="144"/>
            </a:xfrm>
            <a:prstGeom prst="ellipse">
              <a:avLst/>
            </a:prstGeom>
            <a:solidFill>
              <a:srgbClr val="61C41A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0" tIns="0" rIns="0" bIns="0"/>
            <a:lstStyle>
              <a:lvl1pPr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1pPr>
              <a:lvl2pPr marL="742950" indent="-28575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2pPr>
              <a:lvl3pPr marL="11430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3pPr>
              <a:lvl4pPr marL="16002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4pPr>
              <a:lvl5pPr marL="20574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9pPr>
            </a:lstStyle>
            <a:p>
              <a:pPr eaLnBrk="1" hangingPunct="1"/>
              <a:endParaRPr lang="nl-NL" altLang="en-NL"/>
            </a:p>
          </p:txBody>
        </p:sp>
        <p:sp>
          <p:nvSpPr>
            <p:cNvPr id="200" name="Rectangle 37">
              <a:extLst>
                <a:ext uri="{FF2B5EF4-FFF2-40B4-BE49-F238E27FC236}">
                  <a16:creationId xmlns:a16="http://schemas.microsoft.com/office/drawing/2014/main" id="{C06ACA14-A58D-CA81-C775-C600021FF463}"/>
                </a:ext>
              </a:extLst>
            </p:cNvPr>
            <p:cNvSpPr>
              <a:spLocks/>
            </p:cNvSpPr>
            <p:nvPr/>
          </p:nvSpPr>
          <p:spPr bwMode="auto">
            <a:xfrm>
              <a:off x="96" y="47"/>
              <a:ext cx="344" cy="3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38100" tIns="38100" rIns="38100" bIns="38100"/>
            <a:lstStyle>
              <a:lvl1pPr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1pPr>
              <a:lvl2pPr marL="742950" indent="-28575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2pPr>
              <a:lvl3pPr marL="11430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3pPr>
              <a:lvl4pPr marL="16002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4pPr>
              <a:lvl5pPr marL="20574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9pPr>
            </a:lstStyle>
            <a:p>
              <a:pPr eaLnBrk="1" hangingPunct="1">
                <a:spcBef>
                  <a:spcPts val="1075"/>
                </a:spcBef>
              </a:pPr>
              <a:r>
                <a:rPr lang="en-US" altLang="en-NL">
                  <a:solidFill>
                    <a:schemeClr val="tx1"/>
                  </a:solidFill>
                  <a:latin typeface="Verdana" panose="020B0604030504040204" pitchFamily="34" charset="0"/>
                </a:rPr>
                <a:t>k</a:t>
              </a:r>
              <a:r>
                <a:rPr lang="en-US" altLang="en-NL" baseline="-19000">
                  <a:solidFill>
                    <a:schemeClr val="tx1"/>
                  </a:solidFill>
                  <a:latin typeface="Verdana" panose="020B0604030504040204" pitchFamily="34" charset="0"/>
                </a:rPr>
                <a:t>1</a:t>
              </a:r>
            </a:p>
          </p:txBody>
        </p:sp>
      </p:grpSp>
      <p:grpSp>
        <p:nvGrpSpPr>
          <p:cNvPr id="201" name="Group 41">
            <a:extLst>
              <a:ext uri="{FF2B5EF4-FFF2-40B4-BE49-F238E27FC236}">
                <a16:creationId xmlns:a16="http://schemas.microsoft.com/office/drawing/2014/main" id="{7903D214-994F-F669-0162-9496E84E0B6B}"/>
              </a:ext>
            </a:extLst>
          </p:cNvPr>
          <p:cNvGrpSpPr>
            <a:grpSpLocks/>
          </p:cNvGrpSpPr>
          <p:nvPr/>
        </p:nvGrpSpPr>
        <p:grpSpPr bwMode="auto">
          <a:xfrm>
            <a:off x="7162801" y="4356101"/>
            <a:ext cx="508001" cy="544513"/>
            <a:chOff x="0" y="0"/>
            <a:chExt cx="320" cy="343"/>
          </a:xfrm>
        </p:grpSpPr>
        <p:sp>
          <p:nvSpPr>
            <p:cNvPr id="202" name="Oval 39">
              <a:extLst>
                <a:ext uri="{FF2B5EF4-FFF2-40B4-BE49-F238E27FC236}">
                  <a16:creationId xmlns:a16="http://schemas.microsoft.com/office/drawing/2014/main" id="{412F61F9-A10E-104D-F12F-E861A9F72336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144" cy="14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0" tIns="0" rIns="0" bIns="0"/>
            <a:lstStyle>
              <a:lvl1pPr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1pPr>
              <a:lvl2pPr marL="742950" indent="-28575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2pPr>
              <a:lvl3pPr marL="11430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3pPr>
              <a:lvl4pPr marL="16002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4pPr>
              <a:lvl5pPr marL="20574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9pPr>
            </a:lstStyle>
            <a:p>
              <a:pPr eaLnBrk="1" hangingPunct="1"/>
              <a:endParaRPr lang="nl-NL" altLang="en-NL"/>
            </a:p>
          </p:txBody>
        </p:sp>
        <p:sp>
          <p:nvSpPr>
            <p:cNvPr id="203" name="Rectangle 40">
              <a:extLst>
                <a:ext uri="{FF2B5EF4-FFF2-40B4-BE49-F238E27FC236}">
                  <a16:creationId xmlns:a16="http://schemas.microsoft.com/office/drawing/2014/main" id="{97EC34C1-390A-996D-A696-AAC5EA1146A2}"/>
                </a:ext>
              </a:extLst>
            </p:cNvPr>
            <p:cNvSpPr>
              <a:spLocks/>
            </p:cNvSpPr>
            <p:nvPr/>
          </p:nvSpPr>
          <p:spPr bwMode="auto">
            <a:xfrm>
              <a:off x="58" y="42"/>
              <a:ext cx="262" cy="3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8100" tIns="38100" rIns="38100" bIns="38100" anchor="ctr">
              <a:spAutoFit/>
            </a:bodyPr>
            <a:lstStyle>
              <a:lvl1pPr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1pPr>
              <a:lvl2pPr marL="742950" indent="-28575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2pPr>
              <a:lvl3pPr marL="11430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3pPr>
              <a:lvl4pPr marL="16002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4pPr>
              <a:lvl5pPr marL="20574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9pPr>
            </a:lstStyle>
            <a:p>
              <a:pPr eaLnBrk="1" hangingPunct="1">
                <a:spcBef>
                  <a:spcPts val="1075"/>
                </a:spcBef>
              </a:pPr>
              <a:r>
                <a:rPr lang="en-US" altLang="en-NL">
                  <a:solidFill>
                    <a:schemeClr val="tx1"/>
                  </a:solidFill>
                  <a:latin typeface="Verdana" panose="020B0604030504040204" pitchFamily="34" charset="0"/>
                </a:rPr>
                <a:t>k</a:t>
              </a:r>
              <a:r>
                <a:rPr lang="en-US" altLang="en-NL" baseline="-19000">
                  <a:solidFill>
                    <a:schemeClr val="tx1"/>
                  </a:solidFill>
                  <a:latin typeface="Verdana" panose="020B0604030504040204" pitchFamily="34" charset="0"/>
                </a:rPr>
                <a:t>3</a:t>
              </a:r>
            </a:p>
          </p:txBody>
        </p:sp>
      </p:grpSp>
      <p:grpSp>
        <p:nvGrpSpPr>
          <p:cNvPr id="204" name="Group 44">
            <a:extLst>
              <a:ext uri="{FF2B5EF4-FFF2-40B4-BE49-F238E27FC236}">
                <a16:creationId xmlns:a16="http://schemas.microsoft.com/office/drawing/2014/main" id="{770A3AFC-162C-EAF5-43EC-FA85622E68BC}"/>
              </a:ext>
            </a:extLst>
          </p:cNvPr>
          <p:cNvGrpSpPr>
            <a:grpSpLocks/>
          </p:cNvGrpSpPr>
          <p:nvPr/>
        </p:nvGrpSpPr>
        <p:grpSpPr bwMode="auto">
          <a:xfrm>
            <a:off x="4267201" y="4660901"/>
            <a:ext cx="508001" cy="544513"/>
            <a:chOff x="0" y="0"/>
            <a:chExt cx="320" cy="343"/>
          </a:xfrm>
        </p:grpSpPr>
        <p:sp>
          <p:nvSpPr>
            <p:cNvPr id="205" name="Oval 42">
              <a:extLst>
                <a:ext uri="{FF2B5EF4-FFF2-40B4-BE49-F238E27FC236}">
                  <a16:creationId xmlns:a16="http://schemas.microsoft.com/office/drawing/2014/main" id="{B402CA9D-7680-C847-D8C5-D6FB7D97F44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144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1pPr>
              <a:lvl2pPr marL="742950" indent="-28575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2pPr>
              <a:lvl3pPr marL="11430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3pPr>
              <a:lvl4pPr marL="16002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4pPr>
              <a:lvl5pPr marL="20574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9pPr>
            </a:lstStyle>
            <a:p>
              <a:pPr eaLnBrk="1" hangingPunct="1"/>
              <a:endParaRPr lang="nl-NL" altLang="en-NL"/>
            </a:p>
          </p:txBody>
        </p:sp>
        <p:sp>
          <p:nvSpPr>
            <p:cNvPr id="206" name="Rectangle 43">
              <a:extLst>
                <a:ext uri="{FF2B5EF4-FFF2-40B4-BE49-F238E27FC236}">
                  <a16:creationId xmlns:a16="http://schemas.microsoft.com/office/drawing/2014/main" id="{828C5839-22A9-5CF7-2AB3-118D6AF03742}"/>
                </a:ext>
              </a:extLst>
            </p:cNvPr>
            <p:cNvSpPr>
              <a:spLocks/>
            </p:cNvSpPr>
            <p:nvPr/>
          </p:nvSpPr>
          <p:spPr bwMode="auto">
            <a:xfrm>
              <a:off x="58" y="42"/>
              <a:ext cx="262" cy="3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8100" tIns="38100" rIns="38100" bIns="38100" anchor="ctr">
              <a:spAutoFit/>
            </a:bodyPr>
            <a:lstStyle>
              <a:lvl1pPr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1pPr>
              <a:lvl2pPr marL="742950" indent="-28575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2pPr>
              <a:lvl3pPr marL="11430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3pPr>
              <a:lvl4pPr marL="16002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4pPr>
              <a:lvl5pPr marL="20574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9pPr>
            </a:lstStyle>
            <a:p>
              <a:pPr eaLnBrk="1" hangingPunct="1">
                <a:spcBef>
                  <a:spcPts val="1075"/>
                </a:spcBef>
              </a:pPr>
              <a:r>
                <a:rPr lang="en-US" altLang="en-NL">
                  <a:solidFill>
                    <a:schemeClr val="tx1"/>
                  </a:solidFill>
                  <a:latin typeface="Verdana" panose="020B0604030504040204" pitchFamily="34" charset="0"/>
                </a:rPr>
                <a:t>k</a:t>
              </a:r>
              <a:r>
                <a:rPr lang="en-US" altLang="en-NL" baseline="-19000">
                  <a:solidFill>
                    <a:schemeClr val="tx1"/>
                  </a:solidFill>
                  <a:latin typeface="Verdana" panose="020B0604030504040204" pitchFamily="34" charset="0"/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25715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2">
            <a:extLst>
              <a:ext uri="{FF2B5EF4-FFF2-40B4-BE49-F238E27FC236}">
                <a16:creationId xmlns:a16="http://schemas.microsoft.com/office/drawing/2014/main" id="{A91F9227-C1F1-C5F7-5087-87D99F9FB606}"/>
              </a:ext>
            </a:extLst>
          </p:cNvPr>
          <p:cNvSpPr txBox="1">
            <a:spLocks noChangeArrowheads="1"/>
          </p:cNvSpPr>
          <p:nvPr/>
        </p:nvSpPr>
        <p:spPr>
          <a:xfrm>
            <a:off x="1059256" y="252388"/>
            <a:ext cx="11132744" cy="428835"/>
          </a:xfrm>
          <a:prstGeom prst="rect">
            <a:avLst/>
          </a:prstGeom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064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0" lang="nl-NL" sz="2800" b="1" i="0" u="none" strike="noStrike" kern="0" cap="none" spc="0" normalizeH="0" baseline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err="1">
                <a:ln>
                  <a:noFill/>
                </a:ln>
                <a:solidFill>
                  <a:srgbClr val="9EA700"/>
                </a:solidFill>
                <a:effectLst/>
                <a:uLnTx/>
                <a:uFillTx/>
                <a:latin typeface="Arial Black"/>
                <a:ea typeface="+mj-ea"/>
                <a:cs typeface="+mj-cs"/>
                <a:sym typeface="Copperplate" charset="0"/>
              </a:rPr>
              <a:t>Verschillende</a:t>
            </a:r>
            <a:r>
              <a:rPr kumimoji="0" lang="en-US" sz="2800" b="1" i="0" u="none" strike="noStrike" kern="0" cap="none" spc="0" normalizeH="0" baseline="0" noProof="0">
                <a:ln>
                  <a:noFill/>
                </a:ln>
                <a:solidFill>
                  <a:srgbClr val="9EA700"/>
                </a:solidFill>
                <a:effectLst/>
                <a:uLnTx/>
                <a:uFillTx/>
                <a:latin typeface="Arial Black"/>
                <a:ea typeface="+mj-ea"/>
                <a:cs typeface="+mj-cs"/>
                <a:sym typeface="Copperplate" charset="0"/>
              </a:rPr>
              <a:t> clustering- </a:t>
            </a:r>
            <a:r>
              <a:rPr kumimoji="0" lang="en-US" sz="2800" b="1" i="0" u="none" strike="noStrike" kern="0" cap="none" spc="0" normalizeH="0" baseline="0" noProof="0" err="1">
                <a:ln>
                  <a:noFill/>
                </a:ln>
                <a:solidFill>
                  <a:srgbClr val="9EA700"/>
                </a:solidFill>
                <a:effectLst/>
                <a:uLnTx/>
                <a:uFillTx/>
                <a:latin typeface="Arial Black"/>
                <a:ea typeface="+mj-ea"/>
                <a:cs typeface="+mj-cs"/>
                <a:sym typeface="Copperplate" charset="0"/>
              </a:rPr>
              <a:t>en</a:t>
            </a:r>
            <a:r>
              <a:rPr kumimoji="0" lang="en-US" sz="2800" b="1" i="0" u="none" strike="noStrike" kern="0" cap="none" spc="0" normalizeH="0" baseline="0" noProof="0">
                <a:ln>
                  <a:noFill/>
                </a:ln>
                <a:solidFill>
                  <a:srgbClr val="9EA700"/>
                </a:solidFill>
                <a:effectLst/>
                <a:uLnTx/>
                <a:uFillTx/>
                <a:latin typeface="Arial Black"/>
                <a:ea typeface="+mj-ea"/>
                <a:cs typeface="+mj-cs"/>
                <a:sym typeface="Copperplate" charset="0"/>
              </a:rPr>
              <a:t> </a:t>
            </a:r>
            <a:r>
              <a:rPr kumimoji="0" lang="en-US" sz="2800" b="1" i="0" u="none" strike="noStrike" kern="0" cap="none" spc="0" normalizeH="0" baseline="0" noProof="0" err="1">
                <a:ln>
                  <a:noFill/>
                </a:ln>
                <a:solidFill>
                  <a:srgbClr val="9EA700"/>
                </a:solidFill>
                <a:effectLst/>
                <a:uLnTx/>
                <a:uFillTx/>
                <a:latin typeface="Arial Black"/>
                <a:ea typeface="+mj-ea"/>
                <a:cs typeface="+mj-cs"/>
                <a:sym typeface="Copperplate" charset="0"/>
              </a:rPr>
              <a:t>classificatiemethoden</a:t>
            </a:r>
            <a:endParaRPr kumimoji="0" lang="en-US" sz="2800" b="1" i="0" u="none" strike="noStrike" kern="0" cap="none" spc="0" normalizeH="0" baseline="0" noProof="0">
              <a:ln>
                <a:noFill/>
              </a:ln>
              <a:solidFill>
                <a:srgbClr val="9EA700"/>
              </a:solidFill>
              <a:effectLst/>
              <a:uLnTx/>
              <a:uFillTx/>
              <a:latin typeface="Arial Black"/>
              <a:ea typeface="+mj-ea"/>
              <a:cs typeface="+mj-cs"/>
              <a:sym typeface="Copperplate" charset="0"/>
            </a:endParaRPr>
          </a:p>
        </p:txBody>
      </p:sp>
      <p:sp>
        <p:nvSpPr>
          <p:cNvPr id="13" name="Tekstvak 7">
            <a:extLst>
              <a:ext uri="{FF2B5EF4-FFF2-40B4-BE49-F238E27FC236}">
                <a16:creationId xmlns:a16="http://schemas.microsoft.com/office/drawing/2014/main" id="{EB8E8095-0479-45D8-586C-2560E473D4CA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800">
                <a:solidFill>
                  <a:schemeClr val="bg1"/>
                </a:solidFill>
                <a:latin typeface="+mn-lt"/>
              </a:rPr>
              <a:t>Jelle van Barneveld</a:t>
            </a:r>
          </a:p>
        </p:txBody>
      </p:sp>
      <p:graphicFrame>
        <p:nvGraphicFramePr>
          <p:cNvPr id="2" name="Tabel 1">
            <a:extLst>
              <a:ext uri="{FF2B5EF4-FFF2-40B4-BE49-F238E27FC236}">
                <a16:creationId xmlns:a16="http://schemas.microsoft.com/office/drawing/2014/main" id="{058E7A37-C393-D83F-0270-57112009CC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6925740"/>
              </p:ext>
            </p:extLst>
          </p:nvPr>
        </p:nvGraphicFramePr>
        <p:xfrm>
          <a:off x="1365605" y="1167413"/>
          <a:ext cx="10520046" cy="50405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2538">
                  <a:extLst>
                    <a:ext uri="{9D8B030D-6E8A-4147-A177-3AD203B41FA5}">
                      <a16:colId xmlns:a16="http://schemas.microsoft.com/office/drawing/2014/main" val="3265696051"/>
                    </a:ext>
                  </a:extLst>
                </a:gridCol>
                <a:gridCol w="2929338">
                  <a:extLst>
                    <a:ext uri="{9D8B030D-6E8A-4147-A177-3AD203B41FA5}">
                      <a16:colId xmlns:a16="http://schemas.microsoft.com/office/drawing/2014/main" val="3688462428"/>
                    </a:ext>
                  </a:extLst>
                </a:gridCol>
                <a:gridCol w="5998170">
                  <a:extLst>
                    <a:ext uri="{9D8B030D-6E8A-4147-A177-3AD203B41FA5}">
                      <a16:colId xmlns:a16="http://schemas.microsoft.com/office/drawing/2014/main" val="542024920"/>
                    </a:ext>
                  </a:extLst>
                </a:gridCol>
              </a:tblGrid>
              <a:tr h="508593">
                <a:tc>
                  <a:txBody>
                    <a:bodyPr/>
                    <a:lstStyle/>
                    <a:p>
                      <a:pPr algn="ctr"/>
                      <a:r>
                        <a:rPr lang="nl-NL" b="1"/>
                        <a:t>Soort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b="1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/>
                        <a:t>Globale werking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278661"/>
                  </a:ext>
                </a:extLst>
              </a:tr>
              <a:tr h="508593">
                <a:tc rowSpan="3">
                  <a:txBody>
                    <a:bodyPr/>
                    <a:lstStyle/>
                    <a:p>
                      <a:pPr algn="ctr"/>
                      <a:r>
                        <a:rPr lang="nl-NL"/>
                        <a:t>Classificatie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err="1"/>
                        <a:t>Decision</a:t>
                      </a:r>
                      <a:r>
                        <a:rPr lang="nl-NL"/>
                        <a:t> Trees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/>
                        <a:t>Datastructuur waarin elk knooppunt staat voor een beslissing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047508"/>
                  </a:ext>
                </a:extLst>
              </a:tr>
              <a:tr h="508593">
                <a:tc vMerge="1">
                  <a:txBody>
                    <a:bodyPr/>
                    <a:lstStyle/>
                    <a:p>
                      <a:endParaRPr lang="nl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/>
                        <a:t>Random </a:t>
                      </a:r>
                      <a:r>
                        <a:rPr lang="nl-NL" err="1"/>
                        <a:t>Forests</a:t>
                      </a:r>
                      <a:endParaRPr lang="nl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/>
                        <a:t>Combineert meerdere </a:t>
                      </a:r>
                      <a:r>
                        <a:rPr lang="nl-NL" err="1"/>
                        <a:t>Decision</a:t>
                      </a:r>
                      <a:r>
                        <a:rPr lang="nl-NL"/>
                        <a:t> Trees om nauwkeuriger voorspellingen te doen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3618302"/>
                  </a:ext>
                </a:extLst>
              </a:tr>
              <a:tr h="508593">
                <a:tc vMerge="1">
                  <a:txBody>
                    <a:bodyPr/>
                    <a:lstStyle/>
                    <a:p>
                      <a:endParaRPr lang="nl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/>
                        <a:t>Logistische Regressie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/>
                        <a:t>Modelleert de waarschijnlijkheid van uitkomsten.</a:t>
                      </a:r>
                    </a:p>
                    <a:p>
                      <a:pPr algn="ctr"/>
                      <a:r>
                        <a:rPr lang="nl-NL" dirty="0"/>
                        <a:t>Continue regressie-uitkomsten worden naar discrete omgezet: “er is een kans van 65% dat er een kat op deze foto staat, dus er staat een kat op deze foto”.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6881277"/>
                  </a:ext>
                </a:extLst>
              </a:tr>
              <a:tr h="508593">
                <a:tc rowSpan="3">
                  <a:txBody>
                    <a:bodyPr/>
                    <a:lstStyle/>
                    <a:p>
                      <a:pPr algn="ctr"/>
                      <a:r>
                        <a:rPr lang="nl-NL"/>
                        <a:t>Clustering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/>
                        <a:t>K-Means Clustering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/>
                        <a:t>Verdeelt gegevens t.o.v. centra en optimaliseert vervolgens op iteratieve wijze de locatie van die centra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2976806"/>
                  </a:ext>
                </a:extLst>
              </a:tr>
              <a:tr h="508593">
                <a:tc vMerge="1">
                  <a:txBody>
                    <a:bodyPr/>
                    <a:lstStyle/>
                    <a:p>
                      <a:endParaRPr lang="nl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/>
                        <a:t>Hiërarchische Clustering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/>
                        <a:t>Creëert clusterhiërarchieën door punten samen te voegen op basis van hun </a:t>
                      </a:r>
                      <a:r>
                        <a:rPr lang="nl-NL" err="1"/>
                        <a:t>inter</a:t>
                      </a:r>
                      <a:r>
                        <a:rPr lang="nl-NL"/>
                        <a:t>- en </a:t>
                      </a:r>
                      <a:r>
                        <a:rPr lang="nl-NL" err="1"/>
                        <a:t>intraclusterafstand</a:t>
                      </a:r>
                      <a:endParaRPr lang="nl-N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9619908"/>
                  </a:ext>
                </a:extLst>
              </a:tr>
              <a:tr h="508593">
                <a:tc vMerge="1">
                  <a:txBody>
                    <a:bodyPr/>
                    <a:lstStyle/>
                    <a:p>
                      <a:endParaRPr lang="nl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/>
                        <a:t>DBSCAN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/>
                        <a:t>Vormt clusters op basis van datadichtheid: aantallen datapunten. Scheidingen van clusters worden juist aangegeven met gebieden met een lage datadichtheid.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13798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040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C8836E-6531-B080-70A6-CD4B29887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01364" y="6381345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87C737D-49A5-4740-8401-0C4DFF2B9D4A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nl-NL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7CD2F944-88DB-C3A7-45F7-E30B87964246}"/>
              </a:ext>
            </a:extLst>
          </p:cNvPr>
          <p:cNvSpPr txBox="1"/>
          <p:nvPr/>
        </p:nvSpPr>
        <p:spPr>
          <a:xfrm>
            <a:off x="3255649" y="0"/>
            <a:ext cx="6493163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0" fontAlgn="base" latinLnBrk="0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Na </a:t>
            </a:r>
            <a:r>
              <a:rPr kumimoji="0" lang="en-US" sz="3000" b="1" i="0" u="none" strike="noStrike" kern="1200" cap="none" spc="0" normalizeH="0" baseline="0" noProof="0" err="1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vandaag</a:t>
            </a:r>
            <a:r>
              <a:rPr kumimoji="0" lang="en-US" sz="3000" b="1" i="0" u="none" strike="noStrike" kern="1200" cap="none" spc="0" normalizeH="0" baseline="0" noProof="0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…</a:t>
            </a:r>
          </a:p>
        </p:txBody>
      </p:sp>
      <p:sp>
        <p:nvSpPr>
          <p:cNvPr id="7" name="Tekstvak 7">
            <a:extLst>
              <a:ext uri="{FF2B5EF4-FFF2-40B4-BE49-F238E27FC236}">
                <a16:creationId xmlns:a16="http://schemas.microsoft.com/office/drawing/2014/main" id="{44D485DA-CE64-C41D-89EA-EE617D435320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Jelle van Barneveld</a:t>
            </a:r>
          </a:p>
        </p:txBody>
      </p:sp>
      <p:pic>
        <p:nvPicPr>
          <p:cNvPr id="1026" name="Picture 2" descr="Venn Diagram | DHH Resources for Teachers | UMN">
            <a:extLst>
              <a:ext uri="{FF2B5EF4-FFF2-40B4-BE49-F238E27FC236}">
                <a16:creationId xmlns:a16="http://schemas.microsoft.com/office/drawing/2014/main" id="{7ED165F3-95C7-4DFE-96C3-50E651F0EA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863" y="1025768"/>
            <a:ext cx="11101137" cy="5894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F490D3E-EF89-C010-3F4B-F601B3E08A37}"/>
              </a:ext>
            </a:extLst>
          </p:cNvPr>
          <p:cNvSpPr txBox="1"/>
          <p:nvPr/>
        </p:nvSpPr>
        <p:spPr>
          <a:xfrm>
            <a:off x="3576418" y="683609"/>
            <a:ext cx="12941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Weet je…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D0EF7E7-CD2F-7741-9C29-123FB8D93DDC}"/>
              </a:ext>
            </a:extLst>
          </p:cNvPr>
          <p:cNvSpPr txBox="1"/>
          <p:nvPr/>
        </p:nvSpPr>
        <p:spPr>
          <a:xfrm>
            <a:off x="8107256" y="703521"/>
            <a:ext cx="11312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Kan je…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00320AE-CE57-9D64-F411-B113070D2BCC}"/>
              </a:ext>
            </a:extLst>
          </p:cNvPr>
          <p:cNvSpPr txBox="1"/>
          <p:nvPr/>
        </p:nvSpPr>
        <p:spPr>
          <a:xfrm>
            <a:off x="5808945" y="2475078"/>
            <a:ext cx="13680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HC + practicum</a:t>
            </a:r>
          </a:p>
        </p:txBody>
      </p:sp>
      <p:pic>
        <p:nvPicPr>
          <p:cNvPr id="1030" name="Picture 6" descr="Smile Emoji Happy - Free vector graphic on Pixabay">
            <a:extLst>
              <a:ext uri="{FF2B5EF4-FFF2-40B4-BE49-F238E27FC236}">
                <a16:creationId xmlns:a16="http://schemas.microsoft.com/office/drawing/2014/main" id="{A359608D-0FAD-B299-A99E-0045AC944A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1540" y="3275345"/>
            <a:ext cx="1523028" cy="1523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8F0621E4-74F4-FAC7-0E0A-2A8DDEB96310}"/>
              </a:ext>
            </a:extLst>
          </p:cNvPr>
          <p:cNvSpPr txBox="1"/>
          <p:nvPr/>
        </p:nvSpPr>
        <p:spPr>
          <a:xfrm>
            <a:off x="7611128" y="2263806"/>
            <a:ext cx="34294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Een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k-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meansclustermodel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maken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13343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TextBox 16">
            <a:extLst>
              <a:ext uri="{FF2B5EF4-FFF2-40B4-BE49-F238E27FC236}">
                <a16:creationId xmlns:a16="http://schemas.microsoft.com/office/drawing/2014/main" id="{AB055838-C7ED-88C2-08DF-B247E02AFBB8}"/>
              </a:ext>
            </a:extLst>
          </p:cNvPr>
          <p:cNvSpPr txBox="1"/>
          <p:nvPr/>
        </p:nvSpPr>
        <p:spPr>
          <a:xfrm>
            <a:off x="2760918" y="1525142"/>
            <a:ext cx="33350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Wat het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precieze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verschil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is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tussen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classificatie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en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clustering</a:t>
            </a:r>
          </a:p>
        </p:txBody>
      </p:sp>
      <p:sp>
        <p:nvSpPr>
          <p:cNvPr id="3" name="TextBox 16">
            <a:extLst>
              <a:ext uri="{FF2B5EF4-FFF2-40B4-BE49-F238E27FC236}">
                <a16:creationId xmlns:a16="http://schemas.microsoft.com/office/drawing/2014/main" id="{ACAFD4D3-153E-2D44-23BC-6692F109A000}"/>
              </a:ext>
            </a:extLst>
          </p:cNvPr>
          <p:cNvSpPr txBox="1"/>
          <p:nvPr/>
        </p:nvSpPr>
        <p:spPr>
          <a:xfrm>
            <a:off x="1672846" y="2851123"/>
            <a:ext cx="35541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Wat de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voor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-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en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nadelen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van clustering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zijn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t.o.v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classificatie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en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andersom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13343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TextBox 16">
            <a:extLst>
              <a:ext uri="{FF2B5EF4-FFF2-40B4-BE49-F238E27FC236}">
                <a16:creationId xmlns:a16="http://schemas.microsoft.com/office/drawing/2014/main" id="{C912A17B-CAD0-8AC8-BE8E-931C24BE2B01}"/>
              </a:ext>
            </a:extLst>
          </p:cNvPr>
          <p:cNvSpPr txBox="1"/>
          <p:nvPr/>
        </p:nvSpPr>
        <p:spPr>
          <a:xfrm>
            <a:off x="1672846" y="4332162"/>
            <a:ext cx="35541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Welke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verschillende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clustermethoden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er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zijn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13343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TextBox 16">
            <a:extLst>
              <a:ext uri="{FF2B5EF4-FFF2-40B4-BE49-F238E27FC236}">
                <a16:creationId xmlns:a16="http://schemas.microsoft.com/office/drawing/2014/main" id="{03AB0EDA-8F72-8C06-2850-BA7A94BF0647}"/>
              </a:ext>
            </a:extLst>
          </p:cNvPr>
          <p:cNvSpPr txBox="1"/>
          <p:nvPr/>
        </p:nvSpPr>
        <p:spPr>
          <a:xfrm>
            <a:off x="2760918" y="5579094"/>
            <a:ext cx="35541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Welke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stappen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een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k-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meansclustermodel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volgt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</p:txBody>
      </p:sp>
      <p:sp>
        <p:nvSpPr>
          <p:cNvPr id="9" name="TextBox 18">
            <a:extLst>
              <a:ext uri="{FF2B5EF4-FFF2-40B4-BE49-F238E27FC236}">
                <a16:creationId xmlns:a16="http://schemas.microsoft.com/office/drawing/2014/main" id="{94413807-1407-1331-7D91-DF38D7423682}"/>
              </a:ext>
            </a:extLst>
          </p:cNvPr>
          <p:cNvSpPr txBox="1"/>
          <p:nvPr/>
        </p:nvSpPr>
        <p:spPr>
          <a:xfrm>
            <a:off x="7716359" y="4835227"/>
            <a:ext cx="34294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De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juiste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k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bepalen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door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middel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van het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berekenen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van de </a:t>
            </a: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inter-</a:t>
            </a:r>
            <a:r>
              <a:rPr kumimoji="0" lang="en-US" sz="180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i="0" u="none" strike="noStrike" kern="1200" cap="none" spc="0" normalizeH="0" baseline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en</a:t>
            </a:r>
            <a:r>
              <a:rPr kumimoji="0" lang="en-US" sz="180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1" i="0" u="none" strike="noStrike" kern="1200" cap="none" spc="0" normalizeH="0" baseline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intra</a:t>
            </a:r>
            <a:r>
              <a:rPr kumimoji="0" lang="en-US" sz="1800" i="0" u="none" strike="noStrike" kern="1200" cap="none" spc="0" normalizeH="0" baseline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clusterafstand</a:t>
            </a:r>
            <a:r>
              <a:rPr kumimoji="0" lang="en-US" sz="180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213343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21618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C8836E-6531-B080-70A6-CD4B29887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01364" y="6381345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87C737D-49A5-4740-8401-0C4DFF2B9D4A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nl-NL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7CD2F944-88DB-C3A7-45F7-E30B87964246}"/>
              </a:ext>
            </a:extLst>
          </p:cNvPr>
          <p:cNvSpPr txBox="1"/>
          <p:nvPr/>
        </p:nvSpPr>
        <p:spPr>
          <a:xfrm>
            <a:off x="3255649" y="0"/>
            <a:ext cx="6493163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0" fontAlgn="base" latinLnBrk="0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Het </a:t>
            </a:r>
            <a:r>
              <a:rPr kumimoji="0" lang="en-US" sz="3000" b="1" i="0" u="none" strike="noStrike" kern="1200" cap="none" spc="0" normalizeH="0" baseline="0" noProof="0" err="1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werkcollege</a:t>
            </a:r>
            <a:r>
              <a:rPr kumimoji="0" lang="en-US" sz="3000" b="1" i="0" u="none" strike="noStrike" kern="1200" cap="none" spc="0" normalizeH="0" baseline="0" noProof="0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…</a:t>
            </a:r>
          </a:p>
        </p:txBody>
      </p:sp>
      <p:sp>
        <p:nvSpPr>
          <p:cNvPr id="7" name="Tekstvak 7">
            <a:extLst>
              <a:ext uri="{FF2B5EF4-FFF2-40B4-BE49-F238E27FC236}">
                <a16:creationId xmlns:a16="http://schemas.microsoft.com/office/drawing/2014/main" id="{44D485DA-CE64-C41D-89EA-EE617D435320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Jelle van Barneveld</a:t>
            </a:r>
          </a:p>
        </p:txBody>
      </p:sp>
      <p:sp>
        <p:nvSpPr>
          <p:cNvPr id="2" name="TextBox 15">
            <a:extLst>
              <a:ext uri="{FF2B5EF4-FFF2-40B4-BE49-F238E27FC236}">
                <a16:creationId xmlns:a16="http://schemas.microsoft.com/office/drawing/2014/main" id="{D44248C8-D6B8-15FA-6958-7959321B39E8}"/>
              </a:ext>
            </a:extLst>
          </p:cNvPr>
          <p:cNvSpPr txBox="1"/>
          <p:nvPr/>
        </p:nvSpPr>
        <p:spPr>
          <a:xfrm>
            <a:off x="1007400" y="1853213"/>
            <a:ext cx="5506818" cy="258532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Great Outdoors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wil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graag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weten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in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welke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segmenten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verkoopafdelingen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(‘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sales_branches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’)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opgedeeld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kan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worden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 Er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bestaan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al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retailersegmenten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(table ‘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retailer_segment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’), </a:t>
            </a:r>
            <a:r>
              <a:rPr lang="en-US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Great Outdoors </a:t>
            </a:r>
            <a:r>
              <a:rPr lang="en-US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wil</a:t>
            </a:r>
            <a:r>
              <a:rPr lang="en-US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dus</a:t>
            </a:r>
            <a:r>
              <a:rPr lang="en-US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óók</a:t>
            </a:r>
            <a:r>
              <a:rPr lang="en-US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segmenten</a:t>
            </a:r>
            <a:r>
              <a:rPr lang="en-US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creëren</a:t>
            </a:r>
            <a:r>
              <a:rPr lang="en-US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voor</a:t>
            </a:r>
            <a:r>
              <a:rPr lang="en-US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verkoopafdelingen</a:t>
            </a:r>
            <a:r>
              <a:rPr lang="en-US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Pas </a:t>
            </a:r>
            <a:r>
              <a:rPr lang="en-US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waar</a:t>
            </a:r>
            <a:r>
              <a:rPr lang="en-US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nodig</a:t>
            </a:r>
            <a:r>
              <a:rPr lang="en-US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Dummy Encoding toe.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Train het </a:t>
            </a:r>
            <a:r>
              <a:rPr lang="en-US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initiële</a:t>
            </a:r>
            <a:r>
              <a:rPr lang="en-US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clustermodel</a:t>
            </a:r>
            <a:r>
              <a:rPr lang="en-US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Experimenteer</a:t>
            </a:r>
            <a:r>
              <a:rPr lang="en-US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met </a:t>
            </a:r>
            <a:r>
              <a:rPr lang="en-US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meerdere</a:t>
            </a:r>
            <a:r>
              <a:rPr lang="en-US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k’s door het </a:t>
            </a:r>
            <a:r>
              <a:rPr lang="en-US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berekenen</a:t>
            </a:r>
            <a:r>
              <a:rPr lang="en-US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van de </a:t>
            </a:r>
            <a:r>
              <a:rPr lang="en-US" b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</a:t>
            </a:r>
            <a:r>
              <a:rPr lang="en-US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intra</a:t>
            </a:r>
            <a:r>
              <a:rPr lang="en-US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clusterafstand</a:t>
            </a:r>
            <a:r>
              <a:rPr lang="en-US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20" name="Picture 2" descr="Document Good Ware Lineal icon">
            <a:extLst>
              <a:ext uri="{FF2B5EF4-FFF2-40B4-BE49-F238E27FC236}">
                <a16:creationId xmlns:a16="http://schemas.microsoft.com/office/drawing/2014/main" id="{48532937-193D-E874-5DB5-5E980B1D22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72964" y="3024356"/>
            <a:ext cx="1663115" cy="16631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kstvak 22">
            <a:extLst>
              <a:ext uri="{FF2B5EF4-FFF2-40B4-BE49-F238E27FC236}">
                <a16:creationId xmlns:a16="http://schemas.microsoft.com/office/drawing/2014/main" id="{1130CADC-489D-7101-C92E-2491BF761052}"/>
              </a:ext>
            </a:extLst>
          </p:cNvPr>
          <p:cNvSpPr txBox="1"/>
          <p:nvPr/>
        </p:nvSpPr>
        <p:spPr>
          <a:xfrm>
            <a:off x="9801480" y="4638358"/>
            <a:ext cx="2006081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>
                <a:solidFill>
                  <a:prstClr val="black"/>
                </a:solidFill>
                <a:latin typeface="Calibri" panose="020F0502020204030204"/>
              </a:rPr>
              <a:t>WC9</a:t>
            </a:r>
            <a:r>
              <a:rPr kumimoji="0" lang="nl-NL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-1</a:t>
            </a:r>
          </a:p>
        </p:txBody>
      </p:sp>
      <p:cxnSp>
        <p:nvCxnSpPr>
          <p:cNvPr id="35" name="Rechte verbindingslijn met pijl 34">
            <a:extLst>
              <a:ext uri="{FF2B5EF4-FFF2-40B4-BE49-F238E27FC236}">
                <a16:creationId xmlns:a16="http://schemas.microsoft.com/office/drawing/2014/main" id="{95C4490C-3E65-CBAD-3DA1-3DD8B7A43299}"/>
              </a:ext>
            </a:extLst>
          </p:cNvPr>
          <p:cNvCxnSpPr>
            <a:cxnSpLocks/>
          </p:cNvCxnSpPr>
          <p:nvPr/>
        </p:nvCxnSpPr>
        <p:spPr>
          <a:xfrm>
            <a:off x="8342216" y="3810414"/>
            <a:ext cx="1812437" cy="0"/>
          </a:xfrm>
          <a:prstGeom prst="straightConnector1">
            <a:avLst/>
          </a:prstGeom>
          <a:ln w="76200">
            <a:solidFill>
              <a:srgbClr val="829C3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Slides Icons - Free SVG &amp; PNG Slides Images - Noun Project">
            <a:extLst>
              <a:ext uri="{FF2B5EF4-FFF2-40B4-BE49-F238E27FC236}">
                <a16:creationId xmlns:a16="http://schemas.microsoft.com/office/drawing/2014/main" id="{C1DE05AB-3A7C-FD1D-F7C2-7212A42482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2825" y="2824711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kstvak 14">
            <a:extLst>
              <a:ext uri="{FF2B5EF4-FFF2-40B4-BE49-F238E27FC236}">
                <a16:creationId xmlns:a16="http://schemas.microsoft.com/office/drawing/2014/main" id="{FF892CED-E49D-1002-2300-EC59C26C1488}"/>
              </a:ext>
            </a:extLst>
          </p:cNvPr>
          <p:cNvSpPr txBox="1"/>
          <p:nvPr/>
        </p:nvSpPr>
        <p:spPr>
          <a:xfrm>
            <a:off x="6435610" y="4458599"/>
            <a:ext cx="22194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HC9-1</a:t>
            </a:r>
          </a:p>
        </p:txBody>
      </p:sp>
    </p:spTree>
    <p:extLst>
      <p:ext uri="{BB962C8B-B14F-4D97-AF65-F5344CB8AC3E}">
        <p14:creationId xmlns:p14="http://schemas.microsoft.com/office/powerpoint/2010/main" val="18189305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2f5a426-4411-422f-b9c8-9b9c919dd02d">
      <Terms xmlns="http://schemas.microsoft.com/office/infopath/2007/PartnerControls"/>
    </lcf76f155ced4ddcb4097134ff3c332f>
    <TaxCatchAll xmlns="d11bdb94-d558-4ffe-a4b0-092cbde21480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769D13FFC5C7A4C8E8F8F4D202D83D0" ma:contentTypeVersion="16" ma:contentTypeDescription="Een nieuw document maken." ma:contentTypeScope="" ma:versionID="230dde9950719e9da15dc536d53cc212">
  <xsd:schema xmlns:xsd="http://www.w3.org/2001/XMLSchema" xmlns:xs="http://www.w3.org/2001/XMLSchema" xmlns:p="http://schemas.microsoft.com/office/2006/metadata/properties" xmlns:ns2="32f5a426-4411-422f-b9c8-9b9c919dd02d" xmlns:ns3="597a471e-0b75-4fc5-bc4a-75c43d0a6ad2" xmlns:ns4="d11bdb94-d558-4ffe-a4b0-092cbde21480" targetNamespace="http://schemas.microsoft.com/office/2006/metadata/properties" ma:root="true" ma:fieldsID="39875308ffdd612a3cf840571ad041e7" ns2:_="" ns3:_="" ns4:_="">
    <xsd:import namespace="32f5a426-4411-422f-b9c8-9b9c919dd02d"/>
    <xsd:import namespace="597a471e-0b75-4fc5-bc4a-75c43d0a6ad2"/>
    <xsd:import namespace="d11bdb94-d558-4ffe-a4b0-092cbde2148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  <xsd:element ref="ns2:lcf76f155ced4ddcb4097134ff3c332f" minOccurs="0"/>
                <xsd:element ref="ns4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2f5a426-4411-422f-b9c8-9b9c919dd02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7" nillable="true" ma:taxonomy="true" ma:internalName="lcf76f155ced4ddcb4097134ff3c332f" ma:taxonomyFieldName="MediaServiceImageTags" ma:displayName="Afbeeldingtags" ma:readOnly="false" ma:fieldId="{5cf76f15-5ced-4ddc-b409-7134ff3c332f}" ma:taxonomyMulti="true" ma:sspId="9cfe35b6-4a65-43a7-bc9f-cf1ea54c88f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97a471e-0b75-4fc5-bc4a-75c43d0a6ad2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11bdb94-d558-4ffe-a4b0-092cbde21480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f26a33bc-5304-44c1-9510-c7646694e7db}" ma:internalName="TaxCatchAll" ma:showField="CatchAllData" ma:web="597a471e-0b75-4fc5-bc4a-75c43d0a6ad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44FD2EE-3E5C-4A84-9285-AB42A63F4957}">
  <ds:schemaRefs>
    <ds:schemaRef ds:uri="http://purl.org/dc/dcmitype/"/>
    <ds:schemaRef ds:uri="http://schemas.microsoft.com/office/2006/metadata/properties"/>
    <ds:schemaRef ds:uri="http://schemas.microsoft.com/office/infopath/2007/PartnerControls"/>
    <ds:schemaRef ds:uri="597a471e-0b75-4fc5-bc4a-75c43d0a6ad2"/>
    <ds:schemaRef ds:uri="http://purl.org/dc/terms/"/>
    <ds:schemaRef ds:uri="http://www.w3.org/XML/1998/namespace"/>
    <ds:schemaRef ds:uri="http://schemas.microsoft.com/office/2006/documentManagement/types"/>
    <ds:schemaRef ds:uri="d11bdb94-d558-4ffe-a4b0-092cbde21480"/>
    <ds:schemaRef ds:uri="http://schemas.openxmlformats.org/package/2006/metadata/core-properties"/>
    <ds:schemaRef ds:uri="32f5a426-4411-422f-b9c8-9b9c919dd02d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48BA5E4B-A063-4646-8E96-B0F84235487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2f5a426-4411-422f-b9c8-9b9c919dd02d"/>
    <ds:schemaRef ds:uri="597a471e-0b75-4fc5-bc4a-75c43d0a6ad2"/>
    <ds:schemaRef ds:uri="d11bdb94-d558-4ffe-a4b0-092cbde2148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313A7BF-42BA-4ADC-809E-765AF48B1FB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973</Words>
  <Application>Microsoft Office PowerPoint</Application>
  <PresentationFormat>Breedbeeld</PresentationFormat>
  <Paragraphs>155</Paragraphs>
  <Slides>15</Slides>
  <Notes>1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9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15</vt:i4>
      </vt:variant>
    </vt:vector>
  </HeadingPairs>
  <TitlesOfParts>
    <vt:vector size="25" baseType="lpstr">
      <vt:lpstr>Aptos</vt:lpstr>
      <vt:lpstr>Arial</vt:lpstr>
      <vt:lpstr>Arial Black</vt:lpstr>
      <vt:lpstr>Calibri</vt:lpstr>
      <vt:lpstr>Calibri Light</vt:lpstr>
      <vt:lpstr>Palatino</vt:lpstr>
      <vt:lpstr>Palatino Bold</vt:lpstr>
      <vt:lpstr>Times New Roman</vt:lpstr>
      <vt:lpstr>Verdana</vt:lpstr>
      <vt:lpstr>Office Theme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Jelle van Barneveld</dc:creator>
  <cp:lastModifiedBy>Jelle van Barneveld</cp:lastModifiedBy>
  <cp:revision>1</cp:revision>
  <dcterms:created xsi:type="dcterms:W3CDTF">2024-04-02T11:18:46Z</dcterms:created>
  <dcterms:modified xsi:type="dcterms:W3CDTF">2024-04-08T07:34:44Z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0x0101007769D13FFC5C7A4C8E8F8F4D202D83D0</vt:lpwstr>
  </property>
  <property fmtid="{D5CDD505-2E9C-101B-9397-08002B2CF9AE}" pid="3" name="MediaServiceImageTags">
    <vt:lpwstr/>
  </property>
</Properties>
</file>